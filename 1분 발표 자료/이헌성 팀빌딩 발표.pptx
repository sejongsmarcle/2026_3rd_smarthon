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68" r:id="rId2"/>
    <p:sldId id="267" r:id="rId3"/>
    <p:sldId id="269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1133"/>
    <a:srgbClr val="C8C3BC"/>
    <a:srgbClr val="B7B1A9"/>
    <a:srgbClr val="669900"/>
    <a:srgbClr val="004600"/>
    <a:srgbClr val="003300"/>
    <a:srgbClr val="EE8800"/>
    <a:srgbClr val="642571"/>
    <a:srgbClr val="FAE8A4"/>
    <a:srgbClr val="FAFD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41" autoAdjust="0"/>
    <p:restoredTop sz="94673"/>
  </p:normalViewPr>
  <p:slideViewPr>
    <p:cSldViewPr>
      <p:cViewPr varScale="1">
        <p:scale>
          <a:sx n="98" d="100"/>
          <a:sy n="98" d="100"/>
        </p:scale>
        <p:origin x="200" y="5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-387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80A561-A35E-4C07-B113-AEE55C239B70}" type="datetimeFigureOut">
              <a:rPr lang="ko-KR" altLang="en-US" smtClean="0"/>
              <a:pPr/>
              <a:t>2026. 1. 7.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04AC8F-0E65-4E4A-93C2-8CDD5D76D4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45AC5-813F-4ED1-B011-8EA17CB93331}" type="datetimeFigureOut">
              <a:rPr lang="ko-KR" altLang="en-US" smtClean="0"/>
              <a:pPr/>
              <a:t>2026. 1. 7.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04B90-27FD-422C-8CC6-2AADAD122D0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02618" y="1302668"/>
            <a:ext cx="6912768" cy="93610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  <a:scene3d>
              <a:camera prst="orthographicFront"/>
              <a:lightRig rig="soft" dir="tl">
                <a:rot lat="0" lon="0" rev="0"/>
              </a:lightRig>
            </a:scene3d>
            <a:sp3d prstMaterial="matte">
              <a:contourClr>
                <a:schemeClr val="bg1"/>
              </a:contourClr>
            </a:sp3d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800" b="0" i="0" kern="1200" cap="none" spc="50" dirty="0">
                <a:ln w="11430"/>
                <a:solidFill>
                  <a:srgbClr val="C8C3BC"/>
                </a:solidFill>
                <a:effectLst/>
                <a:latin typeface="HY견고딕" pitchFamily="18" charset="-127"/>
                <a:ea typeface="HY견고딕" pitchFamily="18" charset="-127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2026. 1. 7.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491927" y="2634297"/>
            <a:ext cx="6912768" cy="938719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2"/>
              </a:contourClr>
            </a:sp3d>
          </a:bodyPr>
          <a:lstStyle>
            <a:lvl1pPr algn="l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kumimoji="1" lang="ko-KR" altLang="en-US" sz="5500" b="0" i="0" kern="1200" cap="none" spc="0" dirty="0">
                <a:ln w="3175">
                  <a:noFill/>
                </a:ln>
                <a:solidFill>
                  <a:srgbClr val="AF1133"/>
                </a:solidFill>
                <a:effectLst/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95536" y="376089"/>
            <a:ext cx="8640960" cy="738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kumimoji="1" lang="ko-KR" altLang="en-US" sz="32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395536" y="1412776"/>
            <a:ext cx="8208912" cy="5112568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2026. 1. 7.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ctrTitle"/>
          </p:nvPr>
        </p:nvSpPr>
        <p:spPr>
          <a:xfrm>
            <a:off x="467544" y="2492896"/>
            <a:ext cx="6912768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 prstMaterial="metal">
              <a:contourClr>
                <a:schemeClr val="bg2"/>
              </a:contourClr>
            </a:sp3d>
          </a:bodyPr>
          <a:lstStyle>
            <a:lvl1pPr algn="l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kumimoji="1" lang="ko-KR" altLang="en-US" sz="7500" b="0" i="0" kern="1200" cap="none" spc="0" dirty="0">
                <a:ln w="3175">
                  <a:noFill/>
                </a:ln>
                <a:solidFill>
                  <a:srgbClr val="C00000"/>
                </a:solidFill>
                <a:effectLst/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429396"/>
            <a:ext cx="21336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2026. 1. 7.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429396"/>
            <a:ext cx="28956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429396"/>
            <a:ext cx="2133600" cy="2920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제목 개체 틀 1"/>
          <p:cNvSpPr>
            <a:spLocks noGrp="1"/>
          </p:cNvSpPr>
          <p:nvPr>
            <p:ph type="title"/>
          </p:nvPr>
        </p:nvSpPr>
        <p:spPr>
          <a:xfrm>
            <a:off x="357158" y="-24"/>
            <a:ext cx="8158162" cy="881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ko-KR" altLang="en-US" dirty="0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</p:sldLayoutIdLst>
  <p:txStyles>
    <p:titleStyle>
      <a:lvl1pPr algn="l" defTabSz="914400" rtl="0" eaLnBrk="1" fontAlgn="base" latinLnBrk="1" hangingPunct="1">
        <a:spcBef>
          <a:spcPct val="0"/>
        </a:spcBef>
        <a:spcAft>
          <a:spcPct val="0"/>
        </a:spcAft>
        <a:buClr>
          <a:schemeClr val="hlink"/>
        </a:buClr>
        <a:buFont typeface="굴림체" pitchFamily="49" charset="-127"/>
        <a:buNone/>
        <a:defRPr kumimoji="1" lang="ko-KR" altLang="en-US" sz="3500" kern="1200" dirty="0">
          <a:solidFill>
            <a:schemeClr val="bg1"/>
          </a:solidFill>
          <a:latin typeface="HY견고딕" pitchFamily="18" charset="-127"/>
          <a:ea typeface="HY견고딕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2500" kern="1200" smtClean="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lang="ko-KR" altLang="en-US" sz="1800" kern="1200" smtClean="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lang="ko-KR" altLang="en-US" sz="1800" kern="1200" smtClean="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lang="ko-KR" altLang="en-US" sz="1800" kern="12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부제목 6"/>
          <p:cNvSpPr>
            <a:spLocks noGrp="1"/>
          </p:cNvSpPr>
          <p:nvPr>
            <p:ph type="subTitle" idx="1"/>
          </p:nvPr>
        </p:nvSpPr>
        <p:spPr>
          <a:xfrm>
            <a:off x="702618" y="1340768"/>
            <a:ext cx="6912768" cy="936104"/>
          </a:xfrm>
        </p:spPr>
        <p:txBody>
          <a:bodyPr/>
          <a:lstStyle/>
          <a:p>
            <a:r>
              <a:rPr lang="en-US" altLang="ko-KR" sz="5000" b="1" dirty="0"/>
              <a:t>2025</a:t>
            </a:r>
            <a:r>
              <a:rPr lang="ko-KR" altLang="en-US" sz="5000" b="1" dirty="0"/>
              <a:t> </a:t>
            </a:r>
            <a:r>
              <a:rPr lang="en-US" altLang="ko-KR" sz="5000" b="1" dirty="0"/>
              <a:t>SMARTON</a:t>
            </a:r>
          </a:p>
        </p:txBody>
      </p:sp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611560" y="2636912"/>
            <a:ext cx="7992888" cy="553998"/>
          </a:xfrm>
        </p:spPr>
        <p:txBody>
          <a:bodyPr/>
          <a:lstStyle/>
          <a:p>
            <a:r>
              <a:rPr lang="en-US" altLang="ko-KR" sz="3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21011898</a:t>
            </a:r>
            <a:r>
              <a:rPr lang="ko-KR" altLang="en-US" sz="3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ko-KR" altLang="en-US" sz="3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이헌성</a:t>
            </a:r>
            <a:endParaRPr lang="en-US" altLang="ko-KR" sz="3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2EB0034-98CA-72D6-8096-6D3EF6C45E0F}"/>
              </a:ext>
            </a:extLst>
          </p:cNvPr>
          <p:cNvSpPr txBox="1"/>
          <p:nvPr/>
        </p:nvSpPr>
        <p:spPr>
          <a:xfrm>
            <a:off x="395536" y="1340768"/>
            <a:ext cx="8280920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b="1" dirty="0">
                <a:solidFill>
                  <a:srgbClr val="AF1133"/>
                </a:solidFill>
              </a:rPr>
              <a:t>Experience</a:t>
            </a:r>
            <a:br>
              <a:rPr lang="en-US" altLang="ko-KR" sz="2800" dirty="0"/>
            </a:br>
            <a:r>
              <a:rPr lang="en-US" altLang="ko-KR" sz="400" dirty="0">
                <a:solidFill>
                  <a:schemeClr val="bg1"/>
                </a:solidFill>
              </a:rPr>
              <a:t>d</a:t>
            </a:r>
            <a:br>
              <a:rPr lang="en-US" altLang="ko-KR" sz="2800" dirty="0"/>
            </a:br>
            <a:r>
              <a:rPr lang="ko-KR" altLang="en-US" dirty="0"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▶</a:t>
            </a:r>
            <a:r>
              <a:rPr lang="ko-KR" altLang="en-US" sz="1800" dirty="0"/>
              <a:t> </a:t>
            </a:r>
            <a:r>
              <a:rPr lang="ko-KR" altLang="en-US" sz="1800" dirty="0" err="1"/>
              <a:t>교내외</a:t>
            </a:r>
            <a:r>
              <a:rPr lang="ko-KR" altLang="en-US" sz="1800" dirty="0"/>
              <a:t> 다수 수상 </a:t>
            </a:r>
            <a:r>
              <a:rPr lang="en-US" altLang="ko-KR" sz="1800" dirty="0"/>
              <a:t>(IoT/Drone)</a:t>
            </a:r>
            <a:br>
              <a:rPr lang="en-US" altLang="ko-KR" sz="1800" dirty="0"/>
            </a:br>
            <a:r>
              <a:rPr lang="ko-KR" altLang="en-US" dirty="0"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▶</a:t>
            </a:r>
            <a:r>
              <a:rPr lang="ko-KR" altLang="en-US" sz="1800" dirty="0"/>
              <a:t> </a:t>
            </a:r>
            <a:r>
              <a:rPr lang="en-US" altLang="ko-KR" sz="1800" dirty="0"/>
              <a:t>Computer Vision</a:t>
            </a:r>
            <a:r>
              <a:rPr lang="ko-KR" altLang="en-US" sz="1800" dirty="0"/>
              <a:t> 연구 진행 </a:t>
            </a:r>
            <a:r>
              <a:rPr lang="en-US" altLang="ko-KR" sz="1800" dirty="0"/>
              <a:t>(Depth &amp; </a:t>
            </a:r>
            <a:r>
              <a:rPr lang="en-US" altLang="ko-KR" sz="1800" dirty="0" err="1"/>
              <a:t>Segmentaion</a:t>
            </a:r>
            <a:r>
              <a:rPr lang="en-US" altLang="ko-KR" sz="1800" dirty="0"/>
              <a:t>)</a:t>
            </a:r>
            <a:br>
              <a:rPr lang="en-US" altLang="ko-KR" sz="1800" dirty="0"/>
            </a:br>
            <a:r>
              <a:rPr lang="ko-KR" altLang="en-US" dirty="0"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▶</a:t>
            </a:r>
            <a:r>
              <a:rPr lang="ko-KR" altLang="en-US" sz="1800" dirty="0"/>
              <a:t> 다양한 </a:t>
            </a:r>
            <a:r>
              <a:rPr lang="en-US" altLang="ko-KR" sz="1800" dirty="0"/>
              <a:t>Front End/Back End</a:t>
            </a:r>
            <a:r>
              <a:rPr lang="ko-KR" altLang="en-US" sz="1800" dirty="0"/>
              <a:t> 경험</a:t>
            </a:r>
            <a:endParaRPr lang="en-US" altLang="ko-KR" sz="1800" dirty="0"/>
          </a:p>
          <a:p>
            <a:r>
              <a:rPr lang="ko-KR" altLang="en-US" dirty="0"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▶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방문자 수 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13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만명의 블로거 </a:t>
            </a:r>
            <a:r>
              <a:rPr lang="en-US" altLang="ko-KR" strike="sngStrike" dirty="0">
                <a:effectLst/>
                <a:latin typeface="Helvetica Neue" panose="02000503000000020004" pitchFamily="2" charset="0"/>
              </a:rPr>
              <a:t>(</a:t>
            </a:r>
            <a:r>
              <a:rPr lang="ko-KR" altLang="en-US" strike="sngStrike" dirty="0">
                <a:latin typeface="Helvetica Neue" panose="02000503000000020004" pitchFamily="2" charset="0"/>
              </a:rPr>
              <a:t>휴업 중</a:t>
            </a:r>
            <a:r>
              <a:rPr lang="en-US" altLang="ko-KR" strike="sngStrike" dirty="0">
                <a:latin typeface="Helvetica Neue" panose="02000503000000020004" pitchFamily="2" charset="0"/>
              </a:rPr>
              <a:t>)</a:t>
            </a:r>
            <a:br>
              <a:rPr lang="en-US" altLang="ko-KR" sz="1800" dirty="0"/>
            </a:br>
            <a:endParaRPr lang="en-US" altLang="ko-KR" dirty="0"/>
          </a:p>
          <a:p>
            <a:r>
              <a:rPr lang="en" altLang="ko-KR" sz="3000" b="1" dirty="0">
                <a:solidFill>
                  <a:srgbClr val="AF1133"/>
                </a:solidFill>
              </a:rPr>
              <a:t>Strength</a:t>
            </a:r>
          </a:p>
          <a:p>
            <a:r>
              <a:rPr kumimoji="0" lang="ko-KR" altLang="en-US" sz="5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ㅇ</a:t>
            </a:r>
            <a:b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</a:br>
            <a:r>
              <a:rPr lang="ko-KR" altLang="en-US" dirty="0"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▶</a:t>
            </a:r>
            <a:r>
              <a:rPr lang="ko-KR" altLang="en-US" sz="1800" dirty="0"/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추진력과 기획력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  <a:p>
            <a:r>
              <a:rPr lang="ko-KR" altLang="en-US" dirty="0"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▶</a:t>
            </a:r>
            <a:r>
              <a:rPr lang="ko-KR" altLang="en-US" sz="1800" dirty="0"/>
              <a:t> </a:t>
            </a:r>
            <a:r>
              <a:rPr lang="ko-KR" altLang="en-US" dirty="0">
                <a:solidFill>
                  <a:prstClr val="black"/>
                </a:solidFill>
                <a:latin typeface="맑은 고딕"/>
                <a:ea typeface="맑은 고딕" panose="020B0503020000020004" pitchFamily="34" charset="-127"/>
              </a:rPr>
              <a:t>기발한 아이디어</a:t>
            </a:r>
            <a:r>
              <a:rPr lang="en-US" altLang="ko-KR" dirty="0">
                <a:solidFill>
                  <a:prstClr val="black"/>
                </a:solidFill>
                <a:latin typeface="맑은 고딕"/>
                <a:ea typeface="맑은 고딕" panose="020B0503020000020004" pitchFamily="34" charset="-127"/>
              </a:rPr>
              <a:t>!</a:t>
            </a:r>
          </a:p>
          <a:p>
            <a:r>
              <a:rPr lang="ko-KR" altLang="en-US" dirty="0"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▶</a:t>
            </a:r>
            <a:r>
              <a:rPr lang="ko-KR" altLang="en-US" sz="1800" dirty="0"/>
              <a:t> </a:t>
            </a:r>
            <a:r>
              <a:rPr lang="ko-KR" altLang="en-US" dirty="0">
                <a:solidFill>
                  <a:prstClr val="black"/>
                </a:solidFill>
                <a:effectLst/>
                <a:latin typeface="맑은 고딕"/>
                <a:ea typeface="맑은 고딕" panose="020B0503020000020004" pitchFamily="34" charset="-127"/>
              </a:rPr>
              <a:t>다양한 분야의 개발 경험</a:t>
            </a:r>
            <a:endParaRPr lang="en-US" altLang="ko-KR" dirty="0">
              <a:solidFill>
                <a:prstClr val="black"/>
              </a:solidFill>
              <a:effectLst/>
              <a:latin typeface="맑은 고딕"/>
              <a:ea typeface="맑은 고딕" panose="020B0503020000020004" pitchFamily="34" charset="-127"/>
            </a:endParaRPr>
          </a:p>
          <a:p>
            <a:r>
              <a:rPr lang="ko-KR" altLang="en-US" dirty="0"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▶</a:t>
            </a:r>
            <a:r>
              <a:rPr lang="en-US" altLang="ko-KR" dirty="0"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  </a:t>
            </a:r>
            <a:r>
              <a:rPr lang="en-US" altLang="ko-KR" dirty="0">
                <a:solidFill>
                  <a:prstClr val="black"/>
                </a:solidFill>
                <a:effectLst/>
                <a:latin typeface="맑은 고딕"/>
                <a:ea typeface="맑은 고딕" panose="020B0503020000020004" pitchFamily="34" charset="-127"/>
              </a:rPr>
              <a:t>Computing Power</a:t>
            </a:r>
            <a:endParaRPr lang="en-US" altLang="ko-KR" dirty="0">
              <a:solidFill>
                <a:prstClr val="black"/>
              </a:solidFill>
              <a:latin typeface="맑은 고딕"/>
              <a:ea typeface="맑은 고딕" panose="020B0503020000020004" pitchFamily="34" charset="-127"/>
            </a:endParaRP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CFDFC-7665-9C57-1C35-A31185CD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DB4BF6D-730C-EE6A-6679-34DDD2BD0FEE}"/>
              </a:ext>
            </a:extLst>
          </p:cNvPr>
          <p:cNvSpPr txBox="1"/>
          <p:nvPr/>
        </p:nvSpPr>
        <p:spPr>
          <a:xfrm>
            <a:off x="395536" y="1340768"/>
            <a:ext cx="828092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2800" b="1" i="0" u="none" strike="noStrike" dirty="0">
                <a:solidFill>
                  <a:srgbClr val="C00000"/>
                </a:solidFill>
                <a:effectLst/>
                <a:latin typeface="Roboto" panose="02000000000000000000" pitchFamily="2" charset="0"/>
              </a:rPr>
              <a:t>Team members</a:t>
            </a:r>
            <a:br>
              <a:rPr lang="en-US" altLang="ko-KR" sz="2800" dirty="0"/>
            </a:br>
            <a:r>
              <a:rPr lang="en-US" altLang="ko-KR" sz="400" dirty="0">
                <a:solidFill>
                  <a:schemeClr val="bg1"/>
                </a:solidFill>
              </a:rPr>
              <a:t>d</a:t>
            </a:r>
            <a:br>
              <a:rPr lang="en-US" altLang="ko-KR" sz="2800" dirty="0"/>
            </a:br>
            <a:r>
              <a:rPr lang="ko-KR" altLang="en-US" dirty="0"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▶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 새로운 개발 경험을 원하는 사람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!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(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저학년 환영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)</a:t>
            </a:r>
          </a:p>
          <a:p>
            <a:r>
              <a:rPr lang="ko-KR" altLang="en-US" dirty="0"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▶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/>
              <a:t>인공지능 도구를 제대로 사용해보고 싶은 사람</a:t>
            </a:r>
            <a:r>
              <a:rPr lang="en-US" altLang="ko-KR" dirty="0"/>
              <a:t>!</a:t>
            </a:r>
          </a:p>
          <a:p>
            <a:r>
              <a:rPr lang="ko-KR" altLang="en-US" dirty="0"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▶</a:t>
            </a:r>
            <a:r>
              <a:rPr lang="en-US" altLang="ko-KR" dirty="0"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기발한 아이디어를 사랑하는 사람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!</a:t>
            </a:r>
          </a:p>
          <a:p>
            <a:r>
              <a:rPr lang="ko-KR" altLang="en-US" dirty="0"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▶</a:t>
            </a:r>
            <a:r>
              <a:rPr lang="en-US" altLang="ko-KR" dirty="0"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Computer Vision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쪽으로 진로를 희망하는 사람</a:t>
            </a:r>
            <a:endParaRPr lang="en-US" altLang="ko-KR" dirty="0">
              <a:effectLst/>
              <a:latin typeface="Helvetica Neue" panose="02000503000000020004" pitchFamily="2" charset="0"/>
            </a:endParaRPr>
          </a:p>
          <a:p>
            <a:endParaRPr lang="en-US" altLang="ko-KR" dirty="0"/>
          </a:p>
          <a:p>
            <a:r>
              <a:rPr kumimoji="0" lang="en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" panose="02000000000000000000" pitchFamily="2" charset="0"/>
                <a:ea typeface="맑은 고딕" panose="020B0503020000020004" pitchFamily="34" charset="-127"/>
                <a:cs typeface="+mn-cs"/>
              </a:rPr>
              <a:t>Development Ideas</a:t>
            </a:r>
            <a:b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</a:br>
            <a:r>
              <a:rPr kumimoji="0" lang="en-US" altLang="ko-KR" sz="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t>d</a:t>
            </a:r>
            <a:b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</a:br>
            <a:r>
              <a:rPr lang="en-US" altLang="ko-KR" sz="400" dirty="0">
                <a:solidFill>
                  <a:schemeClr val="bg1"/>
                </a:solidFill>
              </a:rPr>
              <a:t>d</a:t>
            </a:r>
            <a:br>
              <a:rPr lang="en-US" altLang="ko-KR" sz="2800" dirty="0"/>
            </a:br>
            <a:r>
              <a:rPr lang="ko-KR" altLang="en-US" dirty="0"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▶</a:t>
            </a:r>
            <a:r>
              <a:rPr lang="en-US" altLang="ko-KR" dirty="0"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들리는 미술 작품 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(Yolo &amp; VLM &amp; TTS)</a:t>
            </a:r>
            <a:r>
              <a:rPr lang="ko-KR" alt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altLang="ko-KR" dirty="0">
                <a:effectLst/>
                <a:latin typeface="Helvetica Neue" panose="02000503000000020004" pitchFamily="2" charset="0"/>
              </a:rPr>
              <a:t>:</a:t>
            </a:r>
            <a:r>
              <a:rPr lang="ko-KR" altLang="en-US" dirty="0">
                <a:latin typeface="Helvetica Neue" panose="02000503000000020004" pitchFamily="2" charset="0"/>
              </a:rPr>
              <a:t> </a:t>
            </a:r>
            <a:r>
              <a:rPr lang="en-US" altLang="ko-KR" dirty="0">
                <a:latin typeface="Helvetica Neue" panose="02000503000000020004" pitchFamily="2" charset="0"/>
              </a:rPr>
              <a:t>Art Type Detection</a:t>
            </a:r>
            <a:endParaRPr lang="en-US" altLang="ko-KR" dirty="0">
              <a:effectLst/>
              <a:latin typeface="Helvetica Neue" panose="02000503000000020004" pitchFamily="2" charset="0"/>
            </a:endParaRPr>
          </a:p>
          <a:p>
            <a:r>
              <a:rPr lang="ko-KR" altLang="en-US" dirty="0">
                <a:solidFill>
                  <a:srgbClr val="C00000"/>
                </a:solidFill>
                <a:effectLst/>
                <a:latin typeface="Helvetica Neue" panose="02000503000000020004" pitchFamily="2" charset="0"/>
              </a:rPr>
              <a:t>▶</a:t>
            </a:r>
            <a:r>
              <a:rPr lang="en-US" altLang="ko-KR" dirty="0">
                <a:solidFill>
                  <a:srgbClr val="C00000"/>
                </a:solidFill>
                <a:latin typeface="Helvetica Neue" panose="02000503000000020004" pitchFamily="2" charset="0"/>
              </a:rPr>
              <a:t> </a:t>
            </a:r>
            <a:r>
              <a:rPr lang="en-US" altLang="ko-KR" dirty="0">
                <a:latin typeface="Helvetica Neue" panose="02000503000000020004" pitchFamily="2" charset="0"/>
              </a:rPr>
              <a:t>4</a:t>
            </a:r>
            <a:r>
              <a:rPr lang="ko-KR" altLang="en-US" dirty="0">
                <a:latin typeface="Helvetica Neue" panose="02000503000000020004" pitchFamily="2" charset="0"/>
              </a:rPr>
              <a:t>족 로봇을 위한 계단 인식 </a:t>
            </a:r>
            <a:r>
              <a:rPr lang="en-US" altLang="ko-KR" dirty="0">
                <a:latin typeface="Helvetica Neue" panose="02000503000000020004" pitchFamily="2" charset="0"/>
              </a:rPr>
              <a:t>(Depth Map &amp; Robot)</a:t>
            </a:r>
            <a:r>
              <a:rPr lang="ko-KR" altLang="en-US" dirty="0">
                <a:latin typeface="Helvetica Neue" panose="02000503000000020004" pitchFamily="2" charset="0"/>
              </a:rPr>
              <a:t> </a:t>
            </a:r>
            <a:r>
              <a:rPr lang="en-US" altLang="ko-KR" dirty="0">
                <a:latin typeface="Helvetica Neue" panose="02000503000000020004" pitchFamily="2" charset="0"/>
              </a:rPr>
              <a:t>:</a:t>
            </a:r>
            <a:r>
              <a:rPr lang="ko-KR" altLang="en-US" dirty="0">
                <a:latin typeface="Helvetica Neue" panose="02000503000000020004" pitchFamily="2" charset="0"/>
              </a:rPr>
              <a:t> </a:t>
            </a:r>
            <a:r>
              <a:rPr lang="en-US" altLang="ko-KR" dirty="0">
                <a:latin typeface="Helvetica Neue" panose="02000503000000020004" pitchFamily="2" charset="0"/>
              </a:rPr>
              <a:t>3</a:t>
            </a:r>
            <a:r>
              <a:rPr lang="ko-KR" altLang="en-US" dirty="0">
                <a:latin typeface="Helvetica Neue" panose="02000503000000020004" pitchFamily="2" charset="0"/>
              </a:rPr>
              <a:t>차원 </a:t>
            </a:r>
            <a:r>
              <a:rPr lang="ko-KR" altLang="en-US">
                <a:latin typeface="Helvetica Neue" panose="02000503000000020004" pitchFamily="2" charset="0"/>
              </a:rPr>
              <a:t>파라미터 계산</a:t>
            </a:r>
            <a:endParaRPr lang="en-US" altLang="ko-KR" dirty="0"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304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2536</TotalTime>
  <Words>144</Words>
  <Application>Microsoft Macintosh PowerPoint</Application>
  <PresentationFormat>화면 슬라이드 쇼(4:3)</PresentationFormat>
  <Paragraphs>17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굴림체</vt:lpstr>
      <vt:lpstr>맑은 고딕</vt:lpstr>
      <vt:lpstr>HY견고딕</vt:lpstr>
      <vt:lpstr>Arial</vt:lpstr>
      <vt:lpstr>Helvetica Neue</vt:lpstr>
      <vt:lpstr>Roboto</vt:lpstr>
      <vt:lpstr>Office 테마</vt:lpstr>
      <vt:lpstr>21011898 이헌성</vt:lpstr>
      <vt:lpstr>PowerPoint 프레젠테이션</vt:lpstr>
      <vt:lpstr>PowerPoint 프레젠테이션</vt:lpstr>
    </vt:vector>
  </TitlesOfParts>
  <Company>(주) 예스폼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대학템플릿</dc:title>
  <dc:creator>문서서식 예스폼(www.yesform.com) 김다혜</dc:creator>
  <cp:keywords>www.yesform.com</cp:keywords>
  <dc:description>본 문서의 저작권은에이뿔에 있으며
무단 복제 배포시 법적인 제재를 받을 수 있습니다.</dc:description>
  <cp:lastModifiedBy>이 헌성</cp:lastModifiedBy>
  <cp:revision>234</cp:revision>
  <dcterms:created xsi:type="dcterms:W3CDTF">2010-02-01T08:03:16Z</dcterms:created>
  <dcterms:modified xsi:type="dcterms:W3CDTF">2026-01-07T12:36:57Z</dcterms:modified>
</cp:coreProperties>
</file>