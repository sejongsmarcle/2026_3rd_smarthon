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7" r:id="rId2"/>
    <p:sldId id="2574" r:id="rId3"/>
    <p:sldId id="257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ADE2"/>
    <a:srgbClr val="C8C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79DCD-B46A-4636-9F66-9E10EF7FACD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6926B-3972-4F94-8C35-1A0600D0B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74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69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49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18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4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35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39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06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44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8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91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31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73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C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C4907-7B5E-89B0-D28D-51E4D911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EF2C88F-D17F-56CA-58BC-1E48268721BB}"/>
              </a:ext>
            </a:extLst>
          </p:cNvPr>
          <p:cNvGrpSpPr/>
          <p:nvPr/>
        </p:nvGrpSpPr>
        <p:grpSpPr>
          <a:xfrm>
            <a:off x="152028" y="118501"/>
            <a:ext cx="11871436" cy="6590835"/>
            <a:chOff x="152028" y="118501"/>
            <a:chExt cx="11871436" cy="6590835"/>
          </a:xfrm>
        </p:grpSpPr>
        <p:sp>
          <p:nvSpPr>
            <p:cNvPr id="228" name="사각형: 둥근 위쪽 모서리 227">
              <a:extLst>
                <a:ext uri="{FF2B5EF4-FFF2-40B4-BE49-F238E27FC236}">
                  <a16:creationId xmlns:a16="http://schemas.microsoft.com/office/drawing/2014/main" id="{C3C0FB38-D40F-3ED4-62DA-4EF860CEC3C4}"/>
                </a:ext>
              </a:extLst>
            </p:cNvPr>
            <p:cNvSpPr/>
            <p:nvPr/>
          </p:nvSpPr>
          <p:spPr>
            <a:xfrm rot="5400000">
              <a:off x="11746367" y="1653597"/>
              <a:ext cx="241451" cy="312740"/>
            </a:xfrm>
            <a:prstGeom prst="round2SameRect">
              <a:avLst/>
            </a:prstGeom>
            <a:solidFill>
              <a:srgbClr val="ABD1F5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8DAB6F4-70EF-D896-DFC5-10401F831CED}"/>
                </a:ext>
              </a:extLst>
            </p:cNvPr>
            <p:cNvSpPr/>
            <p:nvPr/>
          </p:nvSpPr>
          <p:spPr>
            <a:xfrm>
              <a:off x="188259" y="183029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28600" dist="393700" dir="5400000" sx="95000" sy="95000" algn="t" rotWithShape="0">
                <a:srgbClr val="7030A0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4" name="사각형: 둥근 위쪽 모서리 223">
              <a:extLst>
                <a:ext uri="{FF2B5EF4-FFF2-40B4-BE49-F238E27FC236}">
                  <a16:creationId xmlns:a16="http://schemas.microsoft.com/office/drawing/2014/main" id="{C9F2020E-8485-2FB1-9737-F0BD21870143}"/>
                </a:ext>
              </a:extLst>
            </p:cNvPr>
            <p:cNvSpPr/>
            <p:nvPr/>
          </p:nvSpPr>
          <p:spPr>
            <a:xfrm rot="5400000">
              <a:off x="11790679" y="459556"/>
              <a:ext cx="241451" cy="224118"/>
            </a:xfrm>
            <a:prstGeom prst="round2SameRect">
              <a:avLst/>
            </a:prstGeom>
            <a:solidFill>
              <a:srgbClr val="D7D1E9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사각형: 둥근 위쪽 모서리 225">
              <a:extLst>
                <a:ext uri="{FF2B5EF4-FFF2-40B4-BE49-F238E27FC236}">
                  <a16:creationId xmlns:a16="http://schemas.microsoft.com/office/drawing/2014/main" id="{E8ED9795-D096-2DC5-E8C0-64CDFC00CF82}"/>
                </a:ext>
              </a:extLst>
            </p:cNvPr>
            <p:cNvSpPr/>
            <p:nvPr/>
          </p:nvSpPr>
          <p:spPr>
            <a:xfrm rot="5400000">
              <a:off x="11790679" y="1078732"/>
              <a:ext cx="241451" cy="224118"/>
            </a:xfrm>
            <a:prstGeom prst="round2SameRect">
              <a:avLst/>
            </a:prstGeom>
            <a:solidFill>
              <a:srgbClr val="EBECFB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7" name="사각형: 둥근 위쪽 모서리 226">
              <a:extLst>
                <a:ext uri="{FF2B5EF4-FFF2-40B4-BE49-F238E27FC236}">
                  <a16:creationId xmlns:a16="http://schemas.microsoft.com/office/drawing/2014/main" id="{A614BA00-DB46-ABD2-AA1C-94A504270B8E}"/>
                </a:ext>
              </a:extLst>
            </p:cNvPr>
            <p:cNvSpPr/>
            <p:nvPr/>
          </p:nvSpPr>
          <p:spPr>
            <a:xfrm rot="5400000">
              <a:off x="11790679" y="1388320"/>
              <a:ext cx="241451" cy="224118"/>
            </a:xfrm>
            <a:prstGeom prst="round2SameRect">
              <a:avLst/>
            </a:prstGeom>
            <a:solidFill>
              <a:srgbClr val="CDE0EF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9" name="사각형: 둥근 위쪽 모서리 228">
              <a:extLst>
                <a:ext uri="{FF2B5EF4-FFF2-40B4-BE49-F238E27FC236}">
                  <a16:creationId xmlns:a16="http://schemas.microsoft.com/office/drawing/2014/main" id="{412F3355-3DC1-835E-AB6F-0C446E5436D8}"/>
                </a:ext>
              </a:extLst>
            </p:cNvPr>
            <p:cNvSpPr/>
            <p:nvPr/>
          </p:nvSpPr>
          <p:spPr>
            <a:xfrm rot="5400000">
              <a:off x="11790679" y="2007496"/>
              <a:ext cx="241451" cy="224118"/>
            </a:xfrm>
            <a:prstGeom prst="round2SameRect">
              <a:avLst/>
            </a:prstGeom>
            <a:solidFill>
              <a:srgbClr val="6EB3DD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5" name="사각형: 둥근 위쪽 모서리 224">
              <a:extLst>
                <a:ext uri="{FF2B5EF4-FFF2-40B4-BE49-F238E27FC236}">
                  <a16:creationId xmlns:a16="http://schemas.microsoft.com/office/drawing/2014/main" id="{ADA57644-3E02-CD54-0EA7-B436E1CA0069}"/>
                </a:ext>
              </a:extLst>
            </p:cNvPr>
            <p:cNvSpPr/>
            <p:nvPr/>
          </p:nvSpPr>
          <p:spPr>
            <a:xfrm rot="5400000">
              <a:off x="11720172" y="751028"/>
              <a:ext cx="241451" cy="260350"/>
            </a:xfrm>
            <a:prstGeom prst="round2SameRect">
              <a:avLst/>
            </a:prstGeom>
            <a:solidFill>
              <a:srgbClr val="C3B8D7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34752C82-7ABD-20E5-6829-BB5E0E8B75F7}"/>
                </a:ext>
              </a:extLst>
            </p:cNvPr>
            <p:cNvSpPr/>
            <p:nvPr/>
          </p:nvSpPr>
          <p:spPr>
            <a:xfrm flipH="1">
              <a:off x="152028" y="118501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7030A0">
                  <a:alpha val="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4000" tIns="144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12800" algn="l"/>
                  <a:tab pos="1524000" algn="l"/>
                  <a:tab pos="2419350" algn="l"/>
                </a:tabLst>
                <a:defRPr/>
              </a:pPr>
              <a:r>
                <a:rPr lang="ko-KR" altLang="en-US" sz="3200" b="1" kern="0" dirty="0">
                  <a:ln w="15875">
                    <a:noFill/>
                  </a:ln>
                  <a:solidFill>
                    <a:srgbClr val="9582B8"/>
                  </a:solidFill>
                  <a:latin typeface="Segoe UI Black" panose="020B0A02040204020203" pitchFamily="34" charset="0"/>
                  <a:ea typeface="Tmon몬소리 Black" panose="02000A03000000000000"/>
                </a:rPr>
                <a:t>내가 해본 활동들</a:t>
              </a:r>
              <a:r>
                <a:rPr kumimoji="0" lang="en-US" altLang="ko-KR" sz="3200" b="1" u="none" strike="noStrike" kern="0" cap="none" spc="0" normalizeH="0" baseline="0" noProof="0" dirty="0">
                  <a:ln w="15875">
                    <a:noFill/>
                  </a:ln>
                  <a:solidFill>
                    <a:srgbClr val="9582B8"/>
                  </a:solidFill>
                  <a:effectLst/>
                  <a:uLnTx/>
                  <a:uFillTx/>
                  <a:latin typeface="Segoe UI Black" panose="020B0A02040204020203" pitchFamily="34" charset="0"/>
                  <a:ea typeface="Tmon몬소리 Black" panose="02000A03000000000000"/>
                </a:rPr>
                <a:t> </a:t>
              </a:r>
              <a:r>
                <a:rPr kumimoji="0" lang="en-US" altLang="ko-KR" sz="1050" b="1" u="none" strike="noStrike" kern="0" cap="none" spc="0" normalizeH="0" baseline="0" noProof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Segoe UI Black" panose="020B0A02040204020203" pitchFamily="34" charset="0"/>
                  <a:ea typeface="Tmon몬소리 Black" panose="02000A03000000000000"/>
                </a:rPr>
                <a:t>(</a:t>
              </a:r>
              <a:r>
                <a:rPr lang="ko-KR" altLang="en-US" sz="1050" b="1" kern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latin typeface="Segoe UI Black" panose="020B0A02040204020203" pitchFamily="34" charset="0"/>
                  <a:ea typeface="Tmon몬소리 Black" panose="02000A03000000000000"/>
                </a:rPr>
                <a:t>멋있어 보이는 것들 위주로</a:t>
              </a:r>
              <a:r>
                <a:rPr kumimoji="0" lang="en-US" altLang="ko-KR" sz="1050" b="1" u="none" strike="noStrike" kern="0" cap="none" spc="0" normalizeH="0" baseline="0" noProof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Segoe UI Black" panose="020B0A02040204020203" pitchFamily="34" charset="0"/>
                  <a:ea typeface="Tmon몬소리 Black" panose="02000A03000000000000"/>
                </a:rPr>
                <a:t>)</a:t>
              </a:r>
              <a:endParaRPr kumimoji="0" lang="ko-KR" altLang="en-US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Tmon몬소리 Black" panose="02000A0300000000000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0CB1106-E9FE-10F4-D81A-E7ABF2FC5EFA}"/>
              </a:ext>
            </a:extLst>
          </p:cNvPr>
          <p:cNvGrpSpPr/>
          <p:nvPr/>
        </p:nvGrpSpPr>
        <p:grpSpPr>
          <a:xfrm>
            <a:off x="781276" y="2251979"/>
            <a:ext cx="10596368" cy="2753635"/>
            <a:chOff x="1466169" y="2587622"/>
            <a:chExt cx="9114519" cy="2368553"/>
          </a:xfrm>
          <a:solidFill>
            <a:srgbClr val="62847D"/>
          </a:solidFill>
        </p:grpSpPr>
        <p:sp>
          <p:nvSpPr>
            <p:cNvPr id="5" name="자유형: 도형 13">
              <a:extLst>
                <a:ext uri="{FF2B5EF4-FFF2-40B4-BE49-F238E27FC236}">
                  <a16:creationId xmlns:a16="http://schemas.microsoft.com/office/drawing/2014/main" id="{928B242A-D557-8CAC-A945-4B238039B9C5}"/>
                </a:ext>
              </a:extLst>
            </p:cNvPr>
            <p:cNvSpPr/>
            <p:nvPr/>
          </p:nvSpPr>
          <p:spPr>
            <a:xfrm>
              <a:off x="1466169" y="2628900"/>
              <a:ext cx="4097715" cy="2286001"/>
            </a:xfrm>
            <a:custGeom>
              <a:avLst/>
              <a:gdLst>
                <a:gd name="connsiteX0" fmla="*/ 203454 w 4097715"/>
                <a:gd name="connsiteY0" fmla="*/ 0 h 2286001"/>
                <a:gd name="connsiteX1" fmla="*/ 2082546 w 4097715"/>
                <a:gd name="connsiteY1" fmla="*/ 0 h 2286001"/>
                <a:gd name="connsiteX2" fmla="*/ 2286000 w 4097715"/>
                <a:gd name="connsiteY2" fmla="*/ 203454 h 2286001"/>
                <a:gd name="connsiteX3" fmla="*/ 2286000 w 4097715"/>
                <a:gd name="connsiteY3" fmla="*/ 1859714 h 2286001"/>
                <a:gd name="connsiteX4" fmla="*/ 2284800 w 4097715"/>
                <a:gd name="connsiteY4" fmla="*/ 1859714 h 2286001"/>
                <a:gd name="connsiteX5" fmla="*/ 2284800 w 4097715"/>
                <a:gd name="connsiteY5" fmla="*/ 1889078 h 2286001"/>
                <a:gd name="connsiteX6" fmla="*/ 2285718 w 4097715"/>
                <a:gd name="connsiteY6" fmla="*/ 1889078 h 2286001"/>
                <a:gd name="connsiteX7" fmla="*/ 2285718 w 4097715"/>
                <a:gd name="connsiteY7" fmla="*/ 2062381 h 2286001"/>
                <a:gd name="connsiteX8" fmla="*/ 2461620 w 4097715"/>
                <a:gd name="connsiteY8" fmla="*/ 2238283 h 2286001"/>
                <a:gd name="connsiteX9" fmla="*/ 4097715 w 4097715"/>
                <a:gd name="connsiteY9" fmla="*/ 2238283 h 2286001"/>
                <a:gd name="connsiteX10" fmla="*/ 4097715 w 4097715"/>
                <a:gd name="connsiteY10" fmla="*/ 2286001 h 2286001"/>
                <a:gd name="connsiteX11" fmla="*/ 2441455 w 4097715"/>
                <a:gd name="connsiteY11" fmla="*/ 2286001 h 2286001"/>
                <a:gd name="connsiteX12" fmla="*/ 2238001 w 4097715"/>
                <a:gd name="connsiteY12" fmla="*/ 2082547 h 2286001"/>
                <a:gd name="connsiteX13" fmla="*/ 2238001 w 4097715"/>
                <a:gd name="connsiteY13" fmla="*/ 1933252 h 2286001"/>
                <a:gd name="connsiteX14" fmla="*/ 2238000 w 4097715"/>
                <a:gd name="connsiteY14" fmla="*/ 1933252 h 2286001"/>
                <a:gd name="connsiteX15" fmla="*/ 2238000 w 4097715"/>
                <a:gd name="connsiteY15" fmla="*/ 1594852 h 2286001"/>
                <a:gd name="connsiteX16" fmla="*/ 2238282 w 4097715"/>
                <a:gd name="connsiteY16" fmla="*/ 1594852 h 2286001"/>
                <a:gd name="connsiteX17" fmla="*/ 2238282 w 4097715"/>
                <a:gd name="connsiteY17" fmla="*/ 223619 h 2286001"/>
                <a:gd name="connsiteX18" fmla="*/ 2062380 w 4097715"/>
                <a:gd name="connsiteY18" fmla="*/ 47717 h 2286001"/>
                <a:gd name="connsiteX19" fmla="*/ 223619 w 4097715"/>
                <a:gd name="connsiteY19" fmla="*/ 47717 h 2286001"/>
                <a:gd name="connsiteX20" fmla="*/ 47717 w 4097715"/>
                <a:gd name="connsiteY20" fmla="*/ 223619 h 2286001"/>
                <a:gd name="connsiteX21" fmla="*/ 47717 w 4097715"/>
                <a:gd name="connsiteY21" fmla="*/ 2062380 h 2286001"/>
                <a:gd name="connsiteX22" fmla="*/ 223619 w 4097715"/>
                <a:gd name="connsiteY22" fmla="*/ 2238282 h 2286001"/>
                <a:gd name="connsiteX23" fmla="*/ 1863770 w 4097715"/>
                <a:gd name="connsiteY23" fmla="*/ 2238282 h 2286001"/>
                <a:gd name="connsiteX24" fmla="*/ 1863770 w 4097715"/>
                <a:gd name="connsiteY24" fmla="*/ 2286000 h 2286001"/>
                <a:gd name="connsiteX25" fmla="*/ 203454 w 4097715"/>
                <a:gd name="connsiteY25" fmla="*/ 2286000 h 2286001"/>
                <a:gd name="connsiteX26" fmla="*/ 0 w 4097715"/>
                <a:gd name="connsiteY26" fmla="*/ 2082546 h 2286001"/>
                <a:gd name="connsiteX27" fmla="*/ 0 w 4097715"/>
                <a:gd name="connsiteY27" fmla="*/ 203454 h 2286001"/>
                <a:gd name="connsiteX28" fmla="*/ 203454 w 4097715"/>
                <a:gd name="connsiteY28" fmla="*/ 0 h 228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97715" h="2286001">
                  <a:moveTo>
                    <a:pt x="203454" y="0"/>
                  </a:moveTo>
                  <a:lnTo>
                    <a:pt x="2082546" y="0"/>
                  </a:lnTo>
                  <a:cubicBezTo>
                    <a:pt x="2194911" y="0"/>
                    <a:pt x="2286000" y="91089"/>
                    <a:pt x="2286000" y="203454"/>
                  </a:cubicBezTo>
                  <a:lnTo>
                    <a:pt x="2286000" y="1859714"/>
                  </a:lnTo>
                  <a:lnTo>
                    <a:pt x="2284800" y="1859714"/>
                  </a:lnTo>
                  <a:lnTo>
                    <a:pt x="2284800" y="1889078"/>
                  </a:lnTo>
                  <a:lnTo>
                    <a:pt x="2285718" y="1889078"/>
                  </a:lnTo>
                  <a:lnTo>
                    <a:pt x="2285718" y="2062381"/>
                  </a:lnTo>
                  <a:cubicBezTo>
                    <a:pt x="2285718" y="2159529"/>
                    <a:pt x="2364472" y="2238283"/>
                    <a:pt x="2461620" y="2238283"/>
                  </a:cubicBezTo>
                  <a:lnTo>
                    <a:pt x="4097715" y="2238283"/>
                  </a:lnTo>
                  <a:lnTo>
                    <a:pt x="4097715" y="2286001"/>
                  </a:lnTo>
                  <a:lnTo>
                    <a:pt x="2441455" y="2286001"/>
                  </a:lnTo>
                  <a:cubicBezTo>
                    <a:pt x="2329090" y="2286001"/>
                    <a:pt x="2238001" y="2194912"/>
                    <a:pt x="2238001" y="2082547"/>
                  </a:cubicBezTo>
                  <a:lnTo>
                    <a:pt x="2238001" y="1933252"/>
                  </a:lnTo>
                  <a:lnTo>
                    <a:pt x="2238000" y="1933252"/>
                  </a:lnTo>
                  <a:lnTo>
                    <a:pt x="2238000" y="1594852"/>
                  </a:lnTo>
                  <a:lnTo>
                    <a:pt x="2238282" y="1594852"/>
                  </a:lnTo>
                  <a:lnTo>
                    <a:pt x="2238282" y="223619"/>
                  </a:lnTo>
                  <a:cubicBezTo>
                    <a:pt x="2238282" y="126471"/>
                    <a:pt x="2159528" y="47717"/>
                    <a:pt x="2062380" y="47717"/>
                  </a:cubicBezTo>
                  <a:lnTo>
                    <a:pt x="223619" y="47717"/>
                  </a:lnTo>
                  <a:cubicBezTo>
                    <a:pt x="126471" y="47717"/>
                    <a:pt x="47717" y="126471"/>
                    <a:pt x="47717" y="223619"/>
                  </a:cubicBezTo>
                  <a:lnTo>
                    <a:pt x="47717" y="2062380"/>
                  </a:lnTo>
                  <a:cubicBezTo>
                    <a:pt x="47717" y="2159528"/>
                    <a:pt x="126471" y="2238282"/>
                    <a:pt x="223619" y="2238282"/>
                  </a:cubicBezTo>
                  <a:lnTo>
                    <a:pt x="1863770" y="2238282"/>
                  </a:lnTo>
                  <a:lnTo>
                    <a:pt x="1863770" y="2286000"/>
                  </a:lnTo>
                  <a:lnTo>
                    <a:pt x="203454" y="2286000"/>
                  </a:lnTo>
                  <a:cubicBezTo>
                    <a:pt x="91089" y="2286000"/>
                    <a:pt x="0" y="2194911"/>
                    <a:pt x="0" y="2082546"/>
                  </a:cubicBezTo>
                  <a:lnTo>
                    <a:pt x="0" y="203454"/>
                  </a:lnTo>
                  <a:cubicBezTo>
                    <a:pt x="0" y="91089"/>
                    <a:pt x="91089" y="0"/>
                    <a:pt x="20345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자유형: 도형 20">
              <a:extLst>
                <a:ext uri="{FF2B5EF4-FFF2-40B4-BE49-F238E27FC236}">
                  <a16:creationId xmlns:a16="http://schemas.microsoft.com/office/drawing/2014/main" id="{66992297-AB79-A543-F9F0-AE094CD145A3}"/>
                </a:ext>
              </a:extLst>
            </p:cNvPr>
            <p:cNvSpPr/>
            <p:nvPr/>
          </p:nvSpPr>
          <p:spPr>
            <a:xfrm>
              <a:off x="4101483" y="2628899"/>
              <a:ext cx="3692175" cy="2286001"/>
            </a:xfrm>
            <a:custGeom>
              <a:avLst/>
              <a:gdLst>
                <a:gd name="connsiteX0" fmla="*/ 0 w 3692175"/>
                <a:gd name="connsiteY0" fmla="*/ 0 h 2286001"/>
                <a:gd name="connsiteX1" fmla="*/ 1677006 w 3692175"/>
                <a:gd name="connsiteY1" fmla="*/ 0 h 2286001"/>
                <a:gd name="connsiteX2" fmla="*/ 1880460 w 3692175"/>
                <a:gd name="connsiteY2" fmla="*/ 203454 h 2286001"/>
                <a:gd name="connsiteX3" fmla="*/ 1880460 w 3692175"/>
                <a:gd name="connsiteY3" fmla="*/ 1859714 h 2286001"/>
                <a:gd name="connsiteX4" fmla="*/ 1879260 w 3692175"/>
                <a:gd name="connsiteY4" fmla="*/ 1859714 h 2286001"/>
                <a:gd name="connsiteX5" fmla="*/ 1879260 w 3692175"/>
                <a:gd name="connsiteY5" fmla="*/ 1889078 h 2286001"/>
                <a:gd name="connsiteX6" fmla="*/ 1880178 w 3692175"/>
                <a:gd name="connsiteY6" fmla="*/ 1889078 h 2286001"/>
                <a:gd name="connsiteX7" fmla="*/ 1880178 w 3692175"/>
                <a:gd name="connsiteY7" fmla="*/ 2062381 h 2286001"/>
                <a:gd name="connsiteX8" fmla="*/ 2056080 w 3692175"/>
                <a:gd name="connsiteY8" fmla="*/ 2238283 h 2286001"/>
                <a:gd name="connsiteX9" fmla="*/ 3692175 w 3692175"/>
                <a:gd name="connsiteY9" fmla="*/ 2238283 h 2286001"/>
                <a:gd name="connsiteX10" fmla="*/ 3692175 w 3692175"/>
                <a:gd name="connsiteY10" fmla="*/ 2286001 h 2286001"/>
                <a:gd name="connsiteX11" fmla="*/ 2035915 w 3692175"/>
                <a:gd name="connsiteY11" fmla="*/ 2286001 h 2286001"/>
                <a:gd name="connsiteX12" fmla="*/ 1832461 w 3692175"/>
                <a:gd name="connsiteY12" fmla="*/ 2082547 h 2286001"/>
                <a:gd name="connsiteX13" fmla="*/ 1832461 w 3692175"/>
                <a:gd name="connsiteY13" fmla="*/ 1933252 h 2286001"/>
                <a:gd name="connsiteX14" fmla="*/ 1832460 w 3692175"/>
                <a:gd name="connsiteY14" fmla="*/ 1933252 h 2286001"/>
                <a:gd name="connsiteX15" fmla="*/ 1832460 w 3692175"/>
                <a:gd name="connsiteY15" fmla="*/ 1594852 h 2286001"/>
                <a:gd name="connsiteX16" fmla="*/ 1832742 w 3692175"/>
                <a:gd name="connsiteY16" fmla="*/ 1594852 h 2286001"/>
                <a:gd name="connsiteX17" fmla="*/ 1832742 w 3692175"/>
                <a:gd name="connsiteY17" fmla="*/ 223619 h 2286001"/>
                <a:gd name="connsiteX18" fmla="*/ 1656840 w 3692175"/>
                <a:gd name="connsiteY18" fmla="*/ 47717 h 2286001"/>
                <a:gd name="connsiteX19" fmla="*/ 0 w 3692175"/>
                <a:gd name="connsiteY19" fmla="*/ 47717 h 228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92175" h="2286001">
                  <a:moveTo>
                    <a:pt x="0" y="0"/>
                  </a:moveTo>
                  <a:lnTo>
                    <a:pt x="1677006" y="0"/>
                  </a:lnTo>
                  <a:cubicBezTo>
                    <a:pt x="1789371" y="0"/>
                    <a:pt x="1880460" y="91089"/>
                    <a:pt x="1880460" y="203454"/>
                  </a:cubicBezTo>
                  <a:lnTo>
                    <a:pt x="1880460" y="1859714"/>
                  </a:lnTo>
                  <a:lnTo>
                    <a:pt x="1879260" y="1859714"/>
                  </a:lnTo>
                  <a:lnTo>
                    <a:pt x="1879260" y="1889078"/>
                  </a:lnTo>
                  <a:lnTo>
                    <a:pt x="1880178" y="1889078"/>
                  </a:lnTo>
                  <a:lnTo>
                    <a:pt x="1880178" y="2062381"/>
                  </a:lnTo>
                  <a:cubicBezTo>
                    <a:pt x="1880178" y="2159529"/>
                    <a:pt x="1958932" y="2238283"/>
                    <a:pt x="2056080" y="2238283"/>
                  </a:cubicBezTo>
                  <a:lnTo>
                    <a:pt x="3692175" y="2238283"/>
                  </a:lnTo>
                  <a:lnTo>
                    <a:pt x="3692175" y="2286001"/>
                  </a:lnTo>
                  <a:lnTo>
                    <a:pt x="2035915" y="2286001"/>
                  </a:lnTo>
                  <a:cubicBezTo>
                    <a:pt x="1923550" y="2286001"/>
                    <a:pt x="1832461" y="2194912"/>
                    <a:pt x="1832461" y="2082547"/>
                  </a:cubicBezTo>
                  <a:lnTo>
                    <a:pt x="1832461" y="1933252"/>
                  </a:lnTo>
                  <a:lnTo>
                    <a:pt x="1832460" y="1933252"/>
                  </a:lnTo>
                  <a:lnTo>
                    <a:pt x="1832460" y="1594852"/>
                  </a:lnTo>
                  <a:lnTo>
                    <a:pt x="1832742" y="1594852"/>
                  </a:lnTo>
                  <a:lnTo>
                    <a:pt x="1832742" y="223619"/>
                  </a:lnTo>
                  <a:cubicBezTo>
                    <a:pt x="1832742" y="126471"/>
                    <a:pt x="1753988" y="47717"/>
                    <a:pt x="1656840" y="47717"/>
                  </a:cubicBezTo>
                  <a:lnTo>
                    <a:pt x="0" y="4771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EAA7488B-7C13-54EB-DA14-5D26C2E69BE5}"/>
                </a:ext>
              </a:extLst>
            </p:cNvPr>
            <p:cNvSpPr/>
            <p:nvPr/>
          </p:nvSpPr>
          <p:spPr>
            <a:xfrm rot="10800000">
              <a:off x="6482973" y="2628898"/>
              <a:ext cx="4097715" cy="2286001"/>
            </a:xfrm>
            <a:custGeom>
              <a:avLst/>
              <a:gdLst>
                <a:gd name="connsiteX0" fmla="*/ 203454 w 4097715"/>
                <a:gd name="connsiteY0" fmla="*/ 0 h 2286001"/>
                <a:gd name="connsiteX1" fmla="*/ 2082546 w 4097715"/>
                <a:gd name="connsiteY1" fmla="*/ 0 h 2286001"/>
                <a:gd name="connsiteX2" fmla="*/ 2286000 w 4097715"/>
                <a:gd name="connsiteY2" fmla="*/ 203454 h 2286001"/>
                <a:gd name="connsiteX3" fmla="*/ 2286000 w 4097715"/>
                <a:gd name="connsiteY3" fmla="*/ 1859714 h 2286001"/>
                <a:gd name="connsiteX4" fmla="*/ 2284800 w 4097715"/>
                <a:gd name="connsiteY4" fmla="*/ 1859714 h 2286001"/>
                <a:gd name="connsiteX5" fmla="*/ 2284800 w 4097715"/>
                <a:gd name="connsiteY5" fmla="*/ 1889078 h 2286001"/>
                <a:gd name="connsiteX6" fmla="*/ 2285718 w 4097715"/>
                <a:gd name="connsiteY6" fmla="*/ 1889078 h 2286001"/>
                <a:gd name="connsiteX7" fmla="*/ 2285718 w 4097715"/>
                <a:gd name="connsiteY7" fmla="*/ 2062381 h 2286001"/>
                <a:gd name="connsiteX8" fmla="*/ 2461620 w 4097715"/>
                <a:gd name="connsiteY8" fmla="*/ 2238283 h 2286001"/>
                <a:gd name="connsiteX9" fmla="*/ 4097715 w 4097715"/>
                <a:gd name="connsiteY9" fmla="*/ 2238283 h 2286001"/>
                <a:gd name="connsiteX10" fmla="*/ 4097715 w 4097715"/>
                <a:gd name="connsiteY10" fmla="*/ 2286001 h 2286001"/>
                <a:gd name="connsiteX11" fmla="*/ 2441455 w 4097715"/>
                <a:gd name="connsiteY11" fmla="*/ 2286001 h 2286001"/>
                <a:gd name="connsiteX12" fmla="*/ 2238001 w 4097715"/>
                <a:gd name="connsiteY12" fmla="*/ 2082547 h 2286001"/>
                <a:gd name="connsiteX13" fmla="*/ 2238001 w 4097715"/>
                <a:gd name="connsiteY13" fmla="*/ 1933252 h 2286001"/>
                <a:gd name="connsiteX14" fmla="*/ 2238000 w 4097715"/>
                <a:gd name="connsiteY14" fmla="*/ 1933252 h 2286001"/>
                <a:gd name="connsiteX15" fmla="*/ 2238000 w 4097715"/>
                <a:gd name="connsiteY15" fmla="*/ 1594852 h 2286001"/>
                <a:gd name="connsiteX16" fmla="*/ 2238282 w 4097715"/>
                <a:gd name="connsiteY16" fmla="*/ 1594852 h 2286001"/>
                <a:gd name="connsiteX17" fmla="*/ 2238282 w 4097715"/>
                <a:gd name="connsiteY17" fmla="*/ 223619 h 2286001"/>
                <a:gd name="connsiteX18" fmla="*/ 2062380 w 4097715"/>
                <a:gd name="connsiteY18" fmla="*/ 47717 h 2286001"/>
                <a:gd name="connsiteX19" fmla="*/ 223619 w 4097715"/>
                <a:gd name="connsiteY19" fmla="*/ 47717 h 2286001"/>
                <a:gd name="connsiteX20" fmla="*/ 47717 w 4097715"/>
                <a:gd name="connsiteY20" fmla="*/ 223619 h 2286001"/>
                <a:gd name="connsiteX21" fmla="*/ 47717 w 4097715"/>
                <a:gd name="connsiteY21" fmla="*/ 2062380 h 2286001"/>
                <a:gd name="connsiteX22" fmla="*/ 223619 w 4097715"/>
                <a:gd name="connsiteY22" fmla="*/ 2238282 h 2286001"/>
                <a:gd name="connsiteX23" fmla="*/ 1863770 w 4097715"/>
                <a:gd name="connsiteY23" fmla="*/ 2238282 h 2286001"/>
                <a:gd name="connsiteX24" fmla="*/ 1863770 w 4097715"/>
                <a:gd name="connsiteY24" fmla="*/ 2286000 h 2286001"/>
                <a:gd name="connsiteX25" fmla="*/ 203454 w 4097715"/>
                <a:gd name="connsiteY25" fmla="*/ 2286000 h 2286001"/>
                <a:gd name="connsiteX26" fmla="*/ 0 w 4097715"/>
                <a:gd name="connsiteY26" fmla="*/ 2082546 h 2286001"/>
                <a:gd name="connsiteX27" fmla="*/ 0 w 4097715"/>
                <a:gd name="connsiteY27" fmla="*/ 203454 h 2286001"/>
                <a:gd name="connsiteX28" fmla="*/ 203454 w 4097715"/>
                <a:gd name="connsiteY28" fmla="*/ 0 h 228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97715" h="2286001">
                  <a:moveTo>
                    <a:pt x="203454" y="0"/>
                  </a:moveTo>
                  <a:lnTo>
                    <a:pt x="2082546" y="0"/>
                  </a:lnTo>
                  <a:cubicBezTo>
                    <a:pt x="2194911" y="0"/>
                    <a:pt x="2286000" y="91089"/>
                    <a:pt x="2286000" y="203454"/>
                  </a:cubicBezTo>
                  <a:lnTo>
                    <a:pt x="2286000" y="1859714"/>
                  </a:lnTo>
                  <a:lnTo>
                    <a:pt x="2284800" y="1859714"/>
                  </a:lnTo>
                  <a:lnTo>
                    <a:pt x="2284800" y="1889078"/>
                  </a:lnTo>
                  <a:lnTo>
                    <a:pt x="2285718" y="1889078"/>
                  </a:lnTo>
                  <a:lnTo>
                    <a:pt x="2285718" y="2062381"/>
                  </a:lnTo>
                  <a:cubicBezTo>
                    <a:pt x="2285718" y="2159529"/>
                    <a:pt x="2364472" y="2238283"/>
                    <a:pt x="2461620" y="2238283"/>
                  </a:cubicBezTo>
                  <a:lnTo>
                    <a:pt x="4097715" y="2238283"/>
                  </a:lnTo>
                  <a:lnTo>
                    <a:pt x="4097715" y="2286001"/>
                  </a:lnTo>
                  <a:lnTo>
                    <a:pt x="2441455" y="2286001"/>
                  </a:lnTo>
                  <a:cubicBezTo>
                    <a:pt x="2329090" y="2286001"/>
                    <a:pt x="2238001" y="2194912"/>
                    <a:pt x="2238001" y="2082547"/>
                  </a:cubicBezTo>
                  <a:lnTo>
                    <a:pt x="2238001" y="1933252"/>
                  </a:lnTo>
                  <a:lnTo>
                    <a:pt x="2238000" y="1933252"/>
                  </a:lnTo>
                  <a:lnTo>
                    <a:pt x="2238000" y="1594852"/>
                  </a:lnTo>
                  <a:lnTo>
                    <a:pt x="2238282" y="1594852"/>
                  </a:lnTo>
                  <a:lnTo>
                    <a:pt x="2238282" y="223619"/>
                  </a:lnTo>
                  <a:cubicBezTo>
                    <a:pt x="2238282" y="126471"/>
                    <a:pt x="2159528" y="47717"/>
                    <a:pt x="2062380" y="47717"/>
                  </a:cubicBezTo>
                  <a:lnTo>
                    <a:pt x="223619" y="47717"/>
                  </a:lnTo>
                  <a:cubicBezTo>
                    <a:pt x="126471" y="47717"/>
                    <a:pt x="47717" y="126471"/>
                    <a:pt x="47717" y="223619"/>
                  </a:cubicBezTo>
                  <a:lnTo>
                    <a:pt x="47717" y="2062380"/>
                  </a:lnTo>
                  <a:cubicBezTo>
                    <a:pt x="47717" y="2159528"/>
                    <a:pt x="126471" y="2238282"/>
                    <a:pt x="223619" y="2238282"/>
                  </a:cubicBezTo>
                  <a:lnTo>
                    <a:pt x="1863770" y="2238282"/>
                  </a:lnTo>
                  <a:lnTo>
                    <a:pt x="1863770" y="2286000"/>
                  </a:lnTo>
                  <a:lnTo>
                    <a:pt x="203454" y="2286000"/>
                  </a:lnTo>
                  <a:cubicBezTo>
                    <a:pt x="91089" y="2286000"/>
                    <a:pt x="0" y="2194911"/>
                    <a:pt x="0" y="2082546"/>
                  </a:cubicBezTo>
                  <a:lnTo>
                    <a:pt x="0" y="203454"/>
                  </a:lnTo>
                  <a:cubicBezTo>
                    <a:pt x="0" y="91089"/>
                    <a:pt x="91089" y="0"/>
                    <a:pt x="203454" y="0"/>
                  </a:cubicBezTo>
                  <a:close/>
                </a:path>
              </a:pathLst>
            </a:custGeom>
            <a:solidFill>
              <a:srgbClr val="C3A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5B2208-5A21-8671-524F-A4EA3D239DC3}"/>
                </a:ext>
              </a:extLst>
            </p:cNvPr>
            <p:cNvSpPr/>
            <p:nvPr/>
          </p:nvSpPr>
          <p:spPr>
            <a:xfrm>
              <a:off x="3241675" y="4822825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8340ED0-3760-6601-E647-26970ABE1819}"/>
                </a:ext>
              </a:extLst>
            </p:cNvPr>
            <p:cNvSpPr/>
            <p:nvPr/>
          </p:nvSpPr>
          <p:spPr>
            <a:xfrm>
              <a:off x="5497209" y="4822825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7F2B9CF-C9EE-BA2C-D3D8-2D76A5631F09}"/>
                </a:ext>
              </a:extLst>
            </p:cNvPr>
            <p:cNvSpPr/>
            <p:nvPr/>
          </p:nvSpPr>
          <p:spPr>
            <a:xfrm>
              <a:off x="7726983" y="4822825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D464311-7215-61BE-EDC8-CDEEF22B652E}"/>
                </a:ext>
              </a:extLst>
            </p:cNvPr>
            <p:cNvSpPr/>
            <p:nvPr/>
          </p:nvSpPr>
          <p:spPr>
            <a:xfrm>
              <a:off x="4032250" y="2587622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4E50914-9F84-CD80-240D-6180C97029CD}"/>
                </a:ext>
              </a:extLst>
            </p:cNvPr>
            <p:cNvSpPr/>
            <p:nvPr/>
          </p:nvSpPr>
          <p:spPr>
            <a:xfrm>
              <a:off x="6456966" y="2587622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14D3840-2846-92A4-A97E-7DCAD99C768B}"/>
                </a:ext>
              </a:extLst>
            </p:cNvPr>
            <p:cNvSpPr/>
            <p:nvPr/>
          </p:nvSpPr>
          <p:spPr>
            <a:xfrm>
              <a:off x="8686740" y="2587622"/>
              <a:ext cx="133350" cy="133350"/>
            </a:xfrm>
            <a:prstGeom prst="ellipse">
              <a:avLst/>
            </a:prstGeom>
            <a:solidFill>
              <a:srgbClr val="58ADE2"/>
            </a:solidFill>
            <a:ln>
              <a:noFill/>
            </a:ln>
            <a:effectLst>
              <a:outerShdw sx="200000" sy="200000" algn="ctr" rotWithShape="0">
                <a:srgbClr val="58ADE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AFF9C7-F0AF-DCC7-4357-CF5A276F0BC5}"/>
              </a:ext>
            </a:extLst>
          </p:cNvPr>
          <p:cNvSpPr/>
          <p:nvPr/>
        </p:nvSpPr>
        <p:spPr>
          <a:xfrm>
            <a:off x="1106277" y="3079706"/>
            <a:ext cx="1998906" cy="1066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400" dirty="0"/>
              <a:t>C</a:t>
            </a:r>
            <a:r>
              <a:rPr lang="ko-KR" altLang="en-US" sz="1400" dirty="0"/>
              <a:t>언어 기반 엔진 없는 </a:t>
            </a:r>
            <a:r>
              <a:rPr lang="en-US" altLang="ko-KR" sz="1400" dirty="0"/>
              <a:t>2D </a:t>
            </a:r>
            <a:r>
              <a:rPr lang="ko-KR" altLang="en-US" sz="1400" dirty="0"/>
              <a:t>게임 제작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FE0C79-3548-47A7-0912-D1F154E3EA19}"/>
              </a:ext>
            </a:extLst>
          </p:cNvPr>
          <p:cNvSpPr/>
          <p:nvPr/>
        </p:nvSpPr>
        <p:spPr>
          <a:xfrm>
            <a:off x="3734265" y="3079706"/>
            <a:ext cx="1998906" cy="1435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R</a:t>
            </a:r>
            <a:r>
              <a:rPr lang="en-US" altLang="ko-KR" b="1" dirty="0"/>
              <a:t>aspberry Pi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1400" dirty="0" err="1"/>
              <a:t>라즈베리파이</a:t>
            </a:r>
            <a:r>
              <a:rPr lang="ko-KR" altLang="en-US" sz="1400" dirty="0"/>
              <a:t> </a:t>
            </a:r>
            <a:br>
              <a:rPr lang="en-US" altLang="ko-KR" sz="1400" dirty="0"/>
            </a:br>
            <a:r>
              <a:rPr lang="en-US" altLang="ko-KR" sz="1400" dirty="0"/>
              <a:t>&amp; </a:t>
            </a:r>
            <a:r>
              <a:rPr lang="ko-KR" altLang="en-US" sz="1400" dirty="0"/>
              <a:t>센서 활용 </a:t>
            </a:r>
            <a:br>
              <a:rPr lang="en-US" altLang="ko-KR" sz="1400" dirty="0"/>
            </a:br>
            <a:r>
              <a:rPr lang="ko-KR" altLang="en-US" sz="1400" dirty="0"/>
              <a:t>후방 감지 카메라 제작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E15C90-344B-22F8-8595-F9B5C63EFF57}"/>
              </a:ext>
            </a:extLst>
          </p:cNvPr>
          <p:cNvSpPr/>
          <p:nvPr/>
        </p:nvSpPr>
        <p:spPr>
          <a:xfrm>
            <a:off x="6359262" y="3079706"/>
            <a:ext cx="1998906" cy="1066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Web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1400" dirty="0"/>
              <a:t>자기소개 </a:t>
            </a:r>
            <a:br>
              <a:rPr lang="en-US" altLang="ko-KR" sz="1400" dirty="0"/>
            </a:br>
            <a:r>
              <a:rPr lang="ko-KR" altLang="en-US" sz="1400" dirty="0"/>
              <a:t>웹 페이지 제작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4A0C76-724C-85E5-AEA1-063FF0D56802}"/>
              </a:ext>
            </a:extLst>
          </p:cNvPr>
          <p:cNvSpPr/>
          <p:nvPr/>
        </p:nvSpPr>
        <p:spPr>
          <a:xfrm>
            <a:off x="9117879" y="3079706"/>
            <a:ext cx="1998906" cy="1389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400" dirty="0"/>
              <a:t>R </a:t>
            </a:r>
            <a:r>
              <a:rPr lang="ko-KR" altLang="en-US" sz="1400" dirty="0"/>
              <a:t>활용 동대문구 </a:t>
            </a:r>
            <a:br>
              <a:rPr lang="en-US" altLang="ko-KR" sz="1400" dirty="0"/>
            </a:br>
            <a:r>
              <a:rPr lang="ko-KR" altLang="en-US" sz="1400" dirty="0"/>
              <a:t>어린이 보호구역 </a:t>
            </a:r>
            <a:br>
              <a:rPr lang="en-US" altLang="ko-KR" sz="1400" dirty="0"/>
            </a:br>
            <a:r>
              <a:rPr lang="ko-KR" altLang="en-US" sz="1400" dirty="0"/>
              <a:t>데이터 시각화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25B55568-31A3-BB60-19B1-BC794988C660}"/>
              </a:ext>
            </a:extLst>
          </p:cNvPr>
          <p:cNvSpPr>
            <a:spLocks/>
          </p:cNvSpPr>
          <p:nvPr/>
        </p:nvSpPr>
        <p:spPr bwMode="auto">
          <a:xfrm>
            <a:off x="7240489" y="2664320"/>
            <a:ext cx="236452" cy="312042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 23">
            <a:extLst>
              <a:ext uri="{FF2B5EF4-FFF2-40B4-BE49-F238E27FC236}">
                <a16:creationId xmlns:a16="http://schemas.microsoft.com/office/drawing/2014/main" id="{F4881C1A-356A-1385-173C-9BB0211CA763}"/>
              </a:ext>
            </a:extLst>
          </p:cNvPr>
          <p:cNvSpPr>
            <a:spLocks/>
          </p:cNvSpPr>
          <p:nvPr/>
        </p:nvSpPr>
        <p:spPr bwMode="auto">
          <a:xfrm>
            <a:off x="4591259" y="2727003"/>
            <a:ext cx="284918" cy="249359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72D793B-5A51-BFAA-7DFC-D63CD2899579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1961782" y="2721113"/>
            <a:ext cx="287896" cy="25524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066B6574-DC1A-DB09-D3CF-08B1BBB2DA8D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9973468" y="2658874"/>
            <a:ext cx="275431" cy="338152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C30C39-34AB-6B1C-BF16-B277830E13B7}"/>
              </a:ext>
            </a:extLst>
          </p:cNvPr>
          <p:cNvSpPr/>
          <p:nvPr/>
        </p:nvSpPr>
        <p:spPr>
          <a:xfrm>
            <a:off x="4039862" y="1299417"/>
            <a:ext cx="3968839" cy="857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/>
              </a:rPr>
              <a:t>25</a:t>
            </a: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/>
              </a:rPr>
              <a:t>학번 김석현 너는 </a:t>
            </a:r>
            <a:r>
              <a:rPr kumimoji="0" lang="ko-KR" altLang="en-US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/>
              </a:rPr>
              <a:t>누구니</a:t>
            </a: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502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C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97473-4AB8-38EE-3E9A-04B25DAA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4BCC317-4150-D606-AE55-5A3D57B4BAF7}"/>
              </a:ext>
            </a:extLst>
          </p:cNvPr>
          <p:cNvGrpSpPr/>
          <p:nvPr/>
        </p:nvGrpSpPr>
        <p:grpSpPr>
          <a:xfrm>
            <a:off x="152028" y="118501"/>
            <a:ext cx="11871436" cy="6590835"/>
            <a:chOff x="152028" y="118501"/>
            <a:chExt cx="11871436" cy="6590835"/>
          </a:xfrm>
        </p:grpSpPr>
        <p:sp>
          <p:nvSpPr>
            <p:cNvPr id="228" name="사각형: 둥근 위쪽 모서리 227">
              <a:extLst>
                <a:ext uri="{FF2B5EF4-FFF2-40B4-BE49-F238E27FC236}">
                  <a16:creationId xmlns:a16="http://schemas.microsoft.com/office/drawing/2014/main" id="{EEF47154-8253-FBD4-F6F9-753F69E9B163}"/>
                </a:ext>
              </a:extLst>
            </p:cNvPr>
            <p:cNvSpPr/>
            <p:nvPr/>
          </p:nvSpPr>
          <p:spPr>
            <a:xfrm rot="5400000">
              <a:off x="11746367" y="1653597"/>
              <a:ext cx="241451" cy="312740"/>
            </a:xfrm>
            <a:prstGeom prst="round2SameRect">
              <a:avLst/>
            </a:prstGeom>
            <a:solidFill>
              <a:srgbClr val="ABD1F5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238CE9-C61F-F41E-E853-2F821DCB294B}"/>
                </a:ext>
              </a:extLst>
            </p:cNvPr>
            <p:cNvSpPr/>
            <p:nvPr/>
          </p:nvSpPr>
          <p:spPr>
            <a:xfrm>
              <a:off x="188259" y="183029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28600" dist="393700" dir="5400000" sx="95000" sy="95000" algn="t" rotWithShape="0">
                <a:srgbClr val="7030A0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4" name="사각형: 둥근 위쪽 모서리 223">
              <a:extLst>
                <a:ext uri="{FF2B5EF4-FFF2-40B4-BE49-F238E27FC236}">
                  <a16:creationId xmlns:a16="http://schemas.microsoft.com/office/drawing/2014/main" id="{6D73D476-653E-3B52-FBD9-767AE4E480AB}"/>
                </a:ext>
              </a:extLst>
            </p:cNvPr>
            <p:cNvSpPr/>
            <p:nvPr/>
          </p:nvSpPr>
          <p:spPr>
            <a:xfrm rot="5400000">
              <a:off x="11790679" y="459556"/>
              <a:ext cx="241451" cy="224118"/>
            </a:xfrm>
            <a:prstGeom prst="round2SameRect">
              <a:avLst/>
            </a:prstGeom>
            <a:solidFill>
              <a:srgbClr val="D7D1E9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사각형: 둥근 위쪽 모서리 225">
              <a:extLst>
                <a:ext uri="{FF2B5EF4-FFF2-40B4-BE49-F238E27FC236}">
                  <a16:creationId xmlns:a16="http://schemas.microsoft.com/office/drawing/2014/main" id="{3BEE4FB0-F8AA-7B1E-A5F6-06CADB9BBA49}"/>
                </a:ext>
              </a:extLst>
            </p:cNvPr>
            <p:cNvSpPr/>
            <p:nvPr/>
          </p:nvSpPr>
          <p:spPr>
            <a:xfrm rot="5400000">
              <a:off x="11790679" y="1078732"/>
              <a:ext cx="241451" cy="224118"/>
            </a:xfrm>
            <a:prstGeom prst="round2SameRect">
              <a:avLst/>
            </a:prstGeom>
            <a:solidFill>
              <a:srgbClr val="EBECFB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7" name="사각형: 둥근 위쪽 모서리 226">
              <a:extLst>
                <a:ext uri="{FF2B5EF4-FFF2-40B4-BE49-F238E27FC236}">
                  <a16:creationId xmlns:a16="http://schemas.microsoft.com/office/drawing/2014/main" id="{B581AFF3-72A6-20BF-B65D-20803501983D}"/>
                </a:ext>
              </a:extLst>
            </p:cNvPr>
            <p:cNvSpPr/>
            <p:nvPr/>
          </p:nvSpPr>
          <p:spPr>
            <a:xfrm rot="5400000">
              <a:off x="11790679" y="1388320"/>
              <a:ext cx="241451" cy="224118"/>
            </a:xfrm>
            <a:prstGeom prst="round2SameRect">
              <a:avLst/>
            </a:prstGeom>
            <a:solidFill>
              <a:srgbClr val="CDE0EF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9" name="사각형: 둥근 위쪽 모서리 228">
              <a:extLst>
                <a:ext uri="{FF2B5EF4-FFF2-40B4-BE49-F238E27FC236}">
                  <a16:creationId xmlns:a16="http://schemas.microsoft.com/office/drawing/2014/main" id="{36E39C36-C0BE-D9B7-2410-12B8192A0E2E}"/>
                </a:ext>
              </a:extLst>
            </p:cNvPr>
            <p:cNvSpPr/>
            <p:nvPr/>
          </p:nvSpPr>
          <p:spPr>
            <a:xfrm rot="5400000">
              <a:off x="11790679" y="2007496"/>
              <a:ext cx="241451" cy="224118"/>
            </a:xfrm>
            <a:prstGeom prst="round2SameRect">
              <a:avLst/>
            </a:prstGeom>
            <a:solidFill>
              <a:srgbClr val="6EB3DD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5" name="사각형: 둥근 위쪽 모서리 224">
              <a:extLst>
                <a:ext uri="{FF2B5EF4-FFF2-40B4-BE49-F238E27FC236}">
                  <a16:creationId xmlns:a16="http://schemas.microsoft.com/office/drawing/2014/main" id="{AFB8E0F0-B269-F2C2-FF1C-CEC85889F050}"/>
                </a:ext>
              </a:extLst>
            </p:cNvPr>
            <p:cNvSpPr/>
            <p:nvPr/>
          </p:nvSpPr>
          <p:spPr>
            <a:xfrm rot="5400000">
              <a:off x="11720172" y="751028"/>
              <a:ext cx="241451" cy="260350"/>
            </a:xfrm>
            <a:prstGeom prst="round2SameRect">
              <a:avLst/>
            </a:prstGeom>
            <a:solidFill>
              <a:srgbClr val="C3B8D7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52C5746D-07DD-049B-B6FF-7F3878AE981D}"/>
                </a:ext>
              </a:extLst>
            </p:cNvPr>
            <p:cNvSpPr/>
            <p:nvPr/>
          </p:nvSpPr>
          <p:spPr>
            <a:xfrm flipH="1">
              <a:off x="152028" y="118501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7030A0">
                  <a:alpha val="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4000" tIns="144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12800" algn="l"/>
                  <a:tab pos="1524000" algn="l"/>
                  <a:tab pos="2419350" algn="l"/>
                </a:tabLst>
                <a:defRPr/>
              </a:pPr>
              <a:r>
                <a:rPr kumimoji="0" lang="ko-KR" altLang="en-US" sz="3200" b="1" u="none" strike="noStrike" kern="0" cap="none" spc="0" normalizeH="0" baseline="0" noProof="0" dirty="0">
                  <a:ln w="15875">
                    <a:noFill/>
                  </a:ln>
                  <a:solidFill>
                    <a:srgbClr val="9582B8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나의 강점</a:t>
              </a:r>
              <a:endParaRPr kumimoji="0" lang="ko-KR" altLang="en-US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E23DDAA1-4125-2548-4155-41DF086457AB}"/>
              </a:ext>
            </a:extLst>
          </p:cNvPr>
          <p:cNvSpPr>
            <a:spLocks/>
          </p:cNvSpPr>
          <p:nvPr/>
        </p:nvSpPr>
        <p:spPr bwMode="auto">
          <a:xfrm>
            <a:off x="6052863" y="3419064"/>
            <a:ext cx="244194" cy="322260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C3A4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 23">
            <a:extLst>
              <a:ext uri="{FF2B5EF4-FFF2-40B4-BE49-F238E27FC236}">
                <a16:creationId xmlns:a16="http://schemas.microsoft.com/office/drawing/2014/main" id="{C1C6BEA1-9E11-908C-0456-9B195E10270E}"/>
              </a:ext>
            </a:extLst>
          </p:cNvPr>
          <p:cNvSpPr>
            <a:spLocks/>
          </p:cNvSpPr>
          <p:nvPr/>
        </p:nvSpPr>
        <p:spPr bwMode="auto">
          <a:xfrm>
            <a:off x="2419952" y="3483799"/>
            <a:ext cx="294248" cy="257525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C3A4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C20BC0EB-E9DF-631D-1411-BAA43D1CFE01}"/>
              </a:ext>
            </a:extLst>
          </p:cNvPr>
          <p:cNvSpPr/>
          <p:nvPr/>
        </p:nvSpPr>
        <p:spPr>
          <a:xfrm flipH="1">
            <a:off x="1622625" y="2818071"/>
            <a:ext cx="1883229" cy="1883229"/>
          </a:xfrm>
          <a:prstGeom prst="arc">
            <a:avLst>
              <a:gd name="adj1" fmla="val 10811388"/>
              <a:gd name="adj2" fmla="val 32148"/>
            </a:avLst>
          </a:prstGeom>
          <a:ln w="635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B2E9E342-7367-6827-34C3-05591B5C383C}"/>
              </a:ext>
            </a:extLst>
          </p:cNvPr>
          <p:cNvSpPr/>
          <p:nvPr/>
        </p:nvSpPr>
        <p:spPr>
          <a:xfrm flipH="1">
            <a:off x="1622625" y="2818071"/>
            <a:ext cx="1883229" cy="1883229"/>
          </a:xfrm>
          <a:prstGeom prst="arc">
            <a:avLst>
              <a:gd name="adj1" fmla="val 17457851"/>
              <a:gd name="adj2" fmla="val 14251"/>
            </a:avLst>
          </a:prstGeom>
          <a:ln w="635000">
            <a:solidFill>
              <a:srgbClr val="C3A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7D390-6C19-B767-4354-1C220A234323}"/>
              </a:ext>
            </a:extLst>
          </p:cNvPr>
          <p:cNvSpPr txBox="1"/>
          <p:nvPr/>
        </p:nvSpPr>
        <p:spPr>
          <a:xfrm>
            <a:off x="2288975" y="1930693"/>
            <a:ext cx="69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0%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C77B2D-4958-DC28-99D5-EFD028DD427B}"/>
              </a:ext>
            </a:extLst>
          </p:cNvPr>
          <p:cNvSpPr/>
          <p:nvPr/>
        </p:nvSpPr>
        <p:spPr>
          <a:xfrm>
            <a:off x="1104381" y="4396228"/>
            <a:ext cx="2919718" cy="1198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집요함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어떻게든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해결될 때까지 </a:t>
            </a:r>
            <a:b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밤새는 끝장 정신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원호 16">
            <a:extLst>
              <a:ext uri="{FF2B5EF4-FFF2-40B4-BE49-F238E27FC236}">
                <a16:creationId xmlns:a16="http://schemas.microsoft.com/office/drawing/2014/main" id="{F28044ED-7766-8BB2-B598-755D639FCE13}"/>
              </a:ext>
            </a:extLst>
          </p:cNvPr>
          <p:cNvSpPr/>
          <p:nvPr/>
        </p:nvSpPr>
        <p:spPr>
          <a:xfrm flipH="1">
            <a:off x="5233346" y="2818071"/>
            <a:ext cx="1883229" cy="1883229"/>
          </a:xfrm>
          <a:prstGeom prst="arc">
            <a:avLst>
              <a:gd name="adj1" fmla="val 10811388"/>
              <a:gd name="adj2" fmla="val 32148"/>
            </a:avLst>
          </a:prstGeom>
          <a:ln w="635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858F6A12-47EC-07F5-5746-E8E169070965}"/>
              </a:ext>
            </a:extLst>
          </p:cNvPr>
          <p:cNvSpPr/>
          <p:nvPr/>
        </p:nvSpPr>
        <p:spPr>
          <a:xfrm flipH="1">
            <a:off x="5233346" y="2818071"/>
            <a:ext cx="1883229" cy="1883229"/>
          </a:xfrm>
          <a:prstGeom prst="arc">
            <a:avLst>
              <a:gd name="adj1" fmla="val 17457851"/>
              <a:gd name="adj2" fmla="val 14251"/>
            </a:avLst>
          </a:prstGeom>
          <a:ln w="635000">
            <a:solidFill>
              <a:srgbClr val="C3A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8B29F1-D537-97D9-AD31-927E2E4C9430}"/>
              </a:ext>
            </a:extLst>
          </p:cNvPr>
          <p:cNvSpPr txBox="1"/>
          <p:nvPr/>
        </p:nvSpPr>
        <p:spPr>
          <a:xfrm>
            <a:off x="5899696" y="1930693"/>
            <a:ext cx="69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0%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11FF9A-98BF-51AE-43D8-5EB330884FCC}"/>
              </a:ext>
            </a:extLst>
          </p:cNvPr>
          <p:cNvSpPr/>
          <p:nvPr/>
        </p:nvSpPr>
        <p:spPr>
          <a:xfrm>
            <a:off x="4715102" y="4396228"/>
            <a:ext cx="2919718" cy="1198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배움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모르는 기술도 당장 배워서</a:t>
            </a:r>
            <a:b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적용하려는 의지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49088474-ACD3-9C3E-72C0-776DE5A6C8C5}"/>
              </a:ext>
            </a:extLst>
          </p:cNvPr>
          <p:cNvSpPr/>
          <p:nvPr/>
        </p:nvSpPr>
        <p:spPr>
          <a:xfrm flipH="1">
            <a:off x="8679840" y="2818071"/>
            <a:ext cx="1883229" cy="1883229"/>
          </a:xfrm>
          <a:prstGeom prst="arc">
            <a:avLst>
              <a:gd name="adj1" fmla="val 10811388"/>
              <a:gd name="adj2" fmla="val 32148"/>
            </a:avLst>
          </a:prstGeom>
          <a:ln w="635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D9397836-9EDF-61FE-EAFC-A1BBA342C14F}"/>
              </a:ext>
            </a:extLst>
          </p:cNvPr>
          <p:cNvSpPr/>
          <p:nvPr/>
        </p:nvSpPr>
        <p:spPr>
          <a:xfrm flipH="1">
            <a:off x="8679840" y="2818071"/>
            <a:ext cx="1883229" cy="1883229"/>
          </a:xfrm>
          <a:prstGeom prst="arc">
            <a:avLst>
              <a:gd name="adj1" fmla="val 17457851"/>
              <a:gd name="adj2" fmla="val 14251"/>
            </a:avLst>
          </a:prstGeom>
          <a:ln w="635000">
            <a:solidFill>
              <a:srgbClr val="C3A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8F623-21DC-1919-1179-34841CAB5DA8}"/>
              </a:ext>
            </a:extLst>
          </p:cNvPr>
          <p:cNvSpPr txBox="1"/>
          <p:nvPr/>
        </p:nvSpPr>
        <p:spPr>
          <a:xfrm>
            <a:off x="9346190" y="1930693"/>
            <a:ext cx="69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0%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E6D6A55-325F-9BE4-EFEF-FE87605B03E8}"/>
              </a:ext>
            </a:extLst>
          </p:cNvPr>
          <p:cNvSpPr/>
          <p:nvPr/>
        </p:nvSpPr>
        <p:spPr>
          <a:xfrm>
            <a:off x="8161596" y="4396228"/>
            <a:ext cx="2919718" cy="1568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헌신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자료 조사부터 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PPT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정리까지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하기 싫은 것 없이 전부 하는</a:t>
            </a:r>
            <a:b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노예력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67F0E7D5-7FD4-77A1-EB5C-3F1CFE2F8EB7}"/>
              </a:ext>
            </a:extLst>
          </p:cNvPr>
          <p:cNvSpPr>
            <a:spLocks noEditPoints="1"/>
          </p:cNvSpPr>
          <p:nvPr/>
        </p:nvSpPr>
        <p:spPr bwMode="auto">
          <a:xfrm>
            <a:off x="9558003" y="3423452"/>
            <a:ext cx="199912" cy="33623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C3A4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47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C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E6985-F3DB-64D6-2CE7-AD9B763B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23995C6-2E58-7477-DC32-EAF90A4DCEE9}"/>
              </a:ext>
            </a:extLst>
          </p:cNvPr>
          <p:cNvGrpSpPr/>
          <p:nvPr/>
        </p:nvGrpSpPr>
        <p:grpSpPr>
          <a:xfrm>
            <a:off x="152028" y="118501"/>
            <a:ext cx="11871436" cy="6590835"/>
            <a:chOff x="152028" y="118501"/>
            <a:chExt cx="11871436" cy="6590835"/>
          </a:xfrm>
        </p:grpSpPr>
        <p:sp>
          <p:nvSpPr>
            <p:cNvPr id="228" name="사각형: 둥근 위쪽 모서리 227">
              <a:extLst>
                <a:ext uri="{FF2B5EF4-FFF2-40B4-BE49-F238E27FC236}">
                  <a16:creationId xmlns:a16="http://schemas.microsoft.com/office/drawing/2014/main" id="{91EDD202-359B-5162-625C-846E101B2E91}"/>
                </a:ext>
              </a:extLst>
            </p:cNvPr>
            <p:cNvSpPr/>
            <p:nvPr/>
          </p:nvSpPr>
          <p:spPr>
            <a:xfrm rot="5400000">
              <a:off x="11746367" y="1653597"/>
              <a:ext cx="241451" cy="312740"/>
            </a:xfrm>
            <a:prstGeom prst="round2SameRect">
              <a:avLst/>
            </a:prstGeom>
            <a:solidFill>
              <a:srgbClr val="ABD1F5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26857F-073D-F348-0907-42358FF40F9D}"/>
                </a:ext>
              </a:extLst>
            </p:cNvPr>
            <p:cNvSpPr/>
            <p:nvPr/>
          </p:nvSpPr>
          <p:spPr>
            <a:xfrm>
              <a:off x="188259" y="183029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28600" dist="393700" dir="5400000" sx="95000" sy="95000" algn="t" rotWithShape="0">
                <a:srgbClr val="7030A0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4" name="사각형: 둥근 위쪽 모서리 223">
              <a:extLst>
                <a:ext uri="{FF2B5EF4-FFF2-40B4-BE49-F238E27FC236}">
                  <a16:creationId xmlns:a16="http://schemas.microsoft.com/office/drawing/2014/main" id="{2D6CADC5-6B42-B25D-90FB-AF4E43AB74EF}"/>
                </a:ext>
              </a:extLst>
            </p:cNvPr>
            <p:cNvSpPr/>
            <p:nvPr/>
          </p:nvSpPr>
          <p:spPr>
            <a:xfrm rot="5400000">
              <a:off x="11790679" y="459556"/>
              <a:ext cx="241451" cy="224118"/>
            </a:xfrm>
            <a:prstGeom prst="round2SameRect">
              <a:avLst/>
            </a:prstGeom>
            <a:solidFill>
              <a:srgbClr val="D7D1E9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사각형: 둥근 위쪽 모서리 225">
              <a:extLst>
                <a:ext uri="{FF2B5EF4-FFF2-40B4-BE49-F238E27FC236}">
                  <a16:creationId xmlns:a16="http://schemas.microsoft.com/office/drawing/2014/main" id="{1CFFE318-507A-7753-CCAA-1F519DB923CF}"/>
                </a:ext>
              </a:extLst>
            </p:cNvPr>
            <p:cNvSpPr/>
            <p:nvPr/>
          </p:nvSpPr>
          <p:spPr>
            <a:xfrm rot="5400000">
              <a:off x="11790679" y="1078732"/>
              <a:ext cx="241451" cy="224118"/>
            </a:xfrm>
            <a:prstGeom prst="round2SameRect">
              <a:avLst/>
            </a:prstGeom>
            <a:solidFill>
              <a:srgbClr val="EBECFB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7" name="사각형: 둥근 위쪽 모서리 226">
              <a:extLst>
                <a:ext uri="{FF2B5EF4-FFF2-40B4-BE49-F238E27FC236}">
                  <a16:creationId xmlns:a16="http://schemas.microsoft.com/office/drawing/2014/main" id="{6968CB12-4BAB-4EE1-1A15-610241B197B5}"/>
                </a:ext>
              </a:extLst>
            </p:cNvPr>
            <p:cNvSpPr/>
            <p:nvPr/>
          </p:nvSpPr>
          <p:spPr>
            <a:xfrm rot="5400000">
              <a:off x="11790679" y="1388320"/>
              <a:ext cx="241451" cy="224118"/>
            </a:xfrm>
            <a:prstGeom prst="round2SameRect">
              <a:avLst/>
            </a:prstGeom>
            <a:solidFill>
              <a:srgbClr val="CDE0EF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9" name="사각형: 둥근 위쪽 모서리 228">
              <a:extLst>
                <a:ext uri="{FF2B5EF4-FFF2-40B4-BE49-F238E27FC236}">
                  <a16:creationId xmlns:a16="http://schemas.microsoft.com/office/drawing/2014/main" id="{0C819E83-955E-EFE1-9856-31D908D5AA74}"/>
                </a:ext>
              </a:extLst>
            </p:cNvPr>
            <p:cNvSpPr/>
            <p:nvPr/>
          </p:nvSpPr>
          <p:spPr>
            <a:xfrm rot="5400000">
              <a:off x="11790679" y="2007496"/>
              <a:ext cx="241451" cy="224118"/>
            </a:xfrm>
            <a:prstGeom prst="round2SameRect">
              <a:avLst/>
            </a:prstGeom>
            <a:solidFill>
              <a:srgbClr val="6EB3DD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5" name="사각형: 둥근 위쪽 모서리 224">
              <a:extLst>
                <a:ext uri="{FF2B5EF4-FFF2-40B4-BE49-F238E27FC236}">
                  <a16:creationId xmlns:a16="http://schemas.microsoft.com/office/drawing/2014/main" id="{AC77A604-B524-5695-4E60-41008F842EC4}"/>
                </a:ext>
              </a:extLst>
            </p:cNvPr>
            <p:cNvSpPr/>
            <p:nvPr/>
          </p:nvSpPr>
          <p:spPr>
            <a:xfrm rot="5400000">
              <a:off x="11720172" y="751028"/>
              <a:ext cx="241451" cy="260350"/>
            </a:xfrm>
            <a:prstGeom prst="round2SameRect">
              <a:avLst/>
            </a:prstGeom>
            <a:solidFill>
              <a:srgbClr val="C3B8D7"/>
            </a:solidFill>
            <a:ln>
              <a:noFill/>
            </a:ln>
            <a:effectLst>
              <a:outerShdw blurRad="76200" dist="38100" dir="2700000" algn="tl" rotWithShape="0">
                <a:srgbClr val="7030A0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8AD34C7F-D9AB-FC5B-F0E9-7ED7E1901885}"/>
                </a:ext>
              </a:extLst>
            </p:cNvPr>
            <p:cNvSpPr/>
            <p:nvPr/>
          </p:nvSpPr>
          <p:spPr>
            <a:xfrm flipH="1">
              <a:off x="152028" y="118501"/>
              <a:ext cx="11672047" cy="6526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7030A0">
                  <a:alpha val="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4000" tIns="14400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812800" algn="l"/>
                  <a:tab pos="1524000" algn="l"/>
                  <a:tab pos="2419350" algn="l"/>
                </a:tabLst>
                <a:defRPr/>
              </a:pPr>
              <a:r>
                <a:rPr kumimoji="0" lang="ko-KR" altLang="en-US" sz="3200" b="1" u="none" strike="noStrike" kern="0" cap="none" spc="0" normalizeH="0" baseline="0" noProof="0" dirty="0">
                  <a:ln w="15875">
                    <a:noFill/>
                  </a:ln>
                  <a:solidFill>
                    <a:srgbClr val="9582B8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아이디어</a:t>
              </a:r>
              <a:r>
                <a:rPr kumimoji="0" lang="en-US" altLang="ko-KR" sz="3200" b="1" u="none" strike="noStrike" kern="0" cap="none" spc="0" normalizeH="0" baseline="0" noProof="0" dirty="0">
                  <a:ln w="15875">
                    <a:noFill/>
                  </a:ln>
                  <a:solidFill>
                    <a:srgbClr val="9582B8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 </a:t>
              </a:r>
              <a:r>
                <a:rPr kumimoji="0" lang="en-US" altLang="ko-KR" sz="1050" b="1" u="none" strike="noStrike" kern="0" cap="none" spc="0" normalizeH="0" baseline="0" noProof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050" b="1" u="none" strike="noStrike" kern="0" cap="none" spc="0" normalizeH="0" baseline="0" noProof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다른 것도 좋아요</a:t>
              </a:r>
              <a:r>
                <a:rPr kumimoji="0" lang="en-US" altLang="ko-KR" sz="1050" b="1" u="none" strike="noStrike" kern="0" cap="none" spc="0" normalizeH="0" baseline="0" noProof="0" dirty="0">
                  <a:ln w="15875"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!)</a:t>
              </a:r>
              <a:endParaRPr kumimoji="0" lang="ko-KR" altLang="en-US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9" name="모서리가 둥근 직사각형 31">
            <a:extLst>
              <a:ext uri="{FF2B5EF4-FFF2-40B4-BE49-F238E27FC236}">
                <a16:creationId xmlns:a16="http://schemas.microsoft.com/office/drawing/2014/main" id="{CB1EB6FC-60FD-8E5F-0954-FB75635039E3}"/>
              </a:ext>
            </a:extLst>
          </p:cNvPr>
          <p:cNvSpPr/>
          <p:nvPr/>
        </p:nvSpPr>
        <p:spPr>
          <a:xfrm>
            <a:off x="1854741" y="2814440"/>
            <a:ext cx="1250621" cy="360000"/>
          </a:xfrm>
          <a:prstGeom prst="roundRect">
            <a:avLst/>
          </a:prstGeom>
          <a:solidFill>
            <a:srgbClr val="C3A4FF"/>
          </a:solidFill>
          <a:ln>
            <a:noFill/>
          </a:ln>
          <a:effectLst>
            <a:outerShdw blurRad="292100" dist="38100" algn="l" rotWithShape="0">
              <a:srgbClr val="C3A4FF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600" b="1" dirty="0">
                <a:solidFill>
                  <a:prstClr val="white"/>
                </a:solidFill>
              </a:rPr>
              <a:t>Concept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DE76A0-BEB9-7B22-0F47-5FC2C8777E33}"/>
              </a:ext>
            </a:extLst>
          </p:cNvPr>
          <p:cNvSpPr/>
          <p:nvPr/>
        </p:nvSpPr>
        <p:spPr>
          <a:xfrm>
            <a:off x="3703660" y="2699866"/>
            <a:ext cx="4635668" cy="857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현재 위치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날씨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), 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기분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같이 먹는 인원을 입력하면 </a:t>
            </a:r>
            <a:b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AI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가 메뉴를 딱 정해주고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근처 식당까지 추천해 주는 서비스 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범위는 일단 세종대 근처로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모서리가 둥근 직사각형 41">
            <a:extLst>
              <a:ext uri="{FF2B5EF4-FFF2-40B4-BE49-F238E27FC236}">
                <a16:creationId xmlns:a16="http://schemas.microsoft.com/office/drawing/2014/main" id="{C7B92905-2E2A-FD4D-D5A7-168CC0334EF2}"/>
              </a:ext>
            </a:extLst>
          </p:cNvPr>
          <p:cNvSpPr/>
          <p:nvPr/>
        </p:nvSpPr>
        <p:spPr>
          <a:xfrm>
            <a:off x="1854741" y="4587324"/>
            <a:ext cx="1250621" cy="360000"/>
          </a:xfrm>
          <a:prstGeom prst="roundRect">
            <a:avLst/>
          </a:prstGeom>
          <a:solidFill>
            <a:srgbClr val="C3A4FF"/>
          </a:solidFill>
          <a:ln>
            <a:noFill/>
          </a:ln>
          <a:effectLst>
            <a:outerShdw blurRad="292100" dist="38100" algn="l" rotWithShape="0">
              <a:srgbClr val="C3A4FF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Example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50105-B8BE-8B3C-43D3-92686F304DF4}"/>
              </a:ext>
            </a:extLst>
          </p:cNvPr>
          <p:cNvSpPr/>
          <p:nvPr/>
        </p:nvSpPr>
        <p:spPr>
          <a:xfrm>
            <a:off x="3703660" y="4480292"/>
            <a:ext cx="4635668" cy="857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 : ”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오늘은 비가 오니 친구분들과 파전은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어떠신가요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?”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A079AE-6C17-EDDA-149A-538DB90DD574}"/>
              </a:ext>
            </a:extLst>
          </p:cNvPr>
          <p:cNvSpPr/>
          <p:nvPr/>
        </p:nvSpPr>
        <p:spPr>
          <a:xfrm>
            <a:off x="2916593" y="1311517"/>
            <a:ext cx="6142915" cy="857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걱정하지마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너의 밥은 내가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골라줄게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789087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143</Words>
  <Application>Microsoft Office PowerPoint</Application>
  <PresentationFormat>와이드스크린</PresentationFormat>
  <Paragraphs>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Tmon몬소리 Black</vt:lpstr>
      <vt:lpstr>맑은 고딕</vt:lpstr>
      <vt:lpstr>Arial</vt:lpstr>
      <vt:lpstr>Segoe UI Black</vt:lpstr>
      <vt:lpstr>7_Office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김석현</cp:lastModifiedBy>
  <cp:revision>2</cp:revision>
  <dcterms:created xsi:type="dcterms:W3CDTF">2026-01-04T01:23:15Z</dcterms:created>
  <dcterms:modified xsi:type="dcterms:W3CDTF">2026-01-07T17:17:17Z</dcterms:modified>
</cp:coreProperties>
</file>