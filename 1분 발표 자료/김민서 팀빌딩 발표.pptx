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210 어린아이 Bold" charset="1" panose="02020503020101020101"/>
      <p:regular r:id="rId9"/>
    </p:embeddedFont>
    <p:embeddedFont>
      <p:font typeface="210 어린아이" charset="1" panose="02020503020101020101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849" y="1161673"/>
            <a:ext cx="15466049" cy="8755531"/>
            <a:chOff x="0" y="0"/>
            <a:chExt cx="4073363" cy="2305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73363" cy="2305984"/>
            </a:xfrm>
            <a:custGeom>
              <a:avLst/>
              <a:gdLst/>
              <a:ahLst/>
              <a:cxnLst/>
              <a:rect r="r" b="b" t="t" l="l"/>
              <a:pathLst>
                <a:path h="2305984" w="4073363">
                  <a:moveTo>
                    <a:pt x="32537" y="0"/>
                  </a:moveTo>
                  <a:lnTo>
                    <a:pt x="4040825" y="0"/>
                  </a:lnTo>
                  <a:cubicBezTo>
                    <a:pt x="4058795" y="0"/>
                    <a:pt x="4073363" y="14567"/>
                    <a:pt x="4073363" y="32537"/>
                  </a:cubicBezTo>
                  <a:lnTo>
                    <a:pt x="4073363" y="2273446"/>
                  </a:lnTo>
                  <a:cubicBezTo>
                    <a:pt x="4073363" y="2291416"/>
                    <a:pt x="4058795" y="2305984"/>
                    <a:pt x="4040825" y="2305984"/>
                  </a:cubicBezTo>
                  <a:lnTo>
                    <a:pt x="32537" y="2305984"/>
                  </a:lnTo>
                  <a:cubicBezTo>
                    <a:pt x="14567" y="2305984"/>
                    <a:pt x="0" y="2291416"/>
                    <a:pt x="0" y="2273446"/>
                  </a:cubicBezTo>
                  <a:lnTo>
                    <a:pt x="0" y="32537"/>
                  </a:lnTo>
                  <a:cubicBezTo>
                    <a:pt x="0" y="14567"/>
                    <a:pt x="14567" y="0"/>
                    <a:pt x="3253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EDE7B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73363" cy="2353609"/>
            </a:xfrm>
            <a:prstGeom prst="rect">
              <a:avLst/>
            </a:prstGeom>
          </p:spPr>
          <p:txBody>
            <a:bodyPr anchor="ctr" rtlCol="false" tIns="69124" lIns="69124" bIns="69124" rIns="69124"/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2508" y="277616"/>
            <a:ext cx="5173461" cy="633749"/>
          </a:xfrm>
          <a:custGeom>
            <a:avLst/>
            <a:gdLst/>
            <a:ahLst/>
            <a:cxnLst/>
            <a:rect r="r" b="b" t="t" l="l"/>
            <a:pathLst>
              <a:path h="633749" w="5173461">
                <a:moveTo>
                  <a:pt x="0" y="0"/>
                </a:moveTo>
                <a:lnTo>
                  <a:pt x="5173461" y="0"/>
                </a:lnTo>
                <a:lnTo>
                  <a:pt x="5173461" y="633749"/>
                </a:lnTo>
                <a:lnTo>
                  <a:pt x="0" y="633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75154">
            <a:off x="7315094" y="1969750"/>
            <a:ext cx="752722" cy="805050"/>
          </a:xfrm>
          <a:custGeom>
            <a:avLst/>
            <a:gdLst/>
            <a:ahLst/>
            <a:cxnLst/>
            <a:rect r="r" b="b" t="t" l="l"/>
            <a:pathLst>
              <a:path h="805050" w="752722">
                <a:moveTo>
                  <a:pt x="0" y="0"/>
                </a:moveTo>
                <a:lnTo>
                  <a:pt x="752722" y="0"/>
                </a:lnTo>
                <a:lnTo>
                  <a:pt x="752722" y="805051"/>
                </a:lnTo>
                <a:lnTo>
                  <a:pt x="0" y="80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32766" y="1878574"/>
            <a:ext cx="5001859" cy="87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앱 개발 관련 경험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3629" y="2372276"/>
            <a:ext cx="3099003" cy="6480410"/>
          </a:xfrm>
          <a:custGeom>
            <a:avLst/>
            <a:gdLst/>
            <a:ahLst/>
            <a:cxnLst/>
            <a:rect r="r" b="b" t="t" l="l"/>
            <a:pathLst>
              <a:path h="6480410" w="3099003">
                <a:moveTo>
                  <a:pt x="0" y="0"/>
                </a:moveTo>
                <a:lnTo>
                  <a:pt x="3099003" y="0"/>
                </a:lnTo>
                <a:lnTo>
                  <a:pt x="3099003" y="6480410"/>
                </a:lnTo>
                <a:lnTo>
                  <a:pt x="0" y="6480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24191" y="3205700"/>
            <a:ext cx="9591595" cy="335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제 13회 K-해커톤 2분과(메타버스 플랫폼 활용) 우수상 수상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메타버스 기반 임대차 계약 체험 서비스 기획, 개발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애플리케이션 내 ‘고민 해결’ 페이지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      </a:t>
            </a: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(주거 정보 퀴즈, 전문가 Q&amp;A) 기획, 개발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중앙학술개발동아리 아롬 디자인부 부원 (2024)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Figma, Illustrator, After Effects 사용 경험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3130" y="1161673"/>
            <a:ext cx="13941740" cy="8755531"/>
            <a:chOff x="0" y="0"/>
            <a:chExt cx="3671899" cy="2305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1899" cy="2305984"/>
            </a:xfrm>
            <a:custGeom>
              <a:avLst/>
              <a:gdLst/>
              <a:ahLst/>
              <a:cxnLst/>
              <a:rect r="r" b="b" t="t" l="l"/>
              <a:pathLst>
                <a:path h="2305984" w="3671899">
                  <a:moveTo>
                    <a:pt x="36095" y="0"/>
                  </a:moveTo>
                  <a:lnTo>
                    <a:pt x="3635804" y="0"/>
                  </a:lnTo>
                  <a:cubicBezTo>
                    <a:pt x="3655738" y="0"/>
                    <a:pt x="3671899" y="16160"/>
                    <a:pt x="3671899" y="36095"/>
                  </a:cubicBezTo>
                  <a:lnTo>
                    <a:pt x="3671899" y="2269889"/>
                  </a:lnTo>
                  <a:cubicBezTo>
                    <a:pt x="3671899" y="2279462"/>
                    <a:pt x="3668096" y="2288643"/>
                    <a:pt x="3661327" y="2295412"/>
                  </a:cubicBezTo>
                  <a:cubicBezTo>
                    <a:pt x="3654558" y="2302181"/>
                    <a:pt x="3645377" y="2305984"/>
                    <a:pt x="3635804" y="2305984"/>
                  </a:cubicBezTo>
                  <a:lnTo>
                    <a:pt x="36095" y="2305984"/>
                  </a:lnTo>
                  <a:cubicBezTo>
                    <a:pt x="16160" y="2305984"/>
                    <a:pt x="0" y="2289823"/>
                    <a:pt x="0" y="2269889"/>
                  </a:cubicBezTo>
                  <a:lnTo>
                    <a:pt x="0" y="36095"/>
                  </a:lnTo>
                  <a:cubicBezTo>
                    <a:pt x="0" y="16160"/>
                    <a:pt x="16160" y="0"/>
                    <a:pt x="36095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EDE7B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671899" cy="2353609"/>
            </a:xfrm>
            <a:prstGeom prst="rect">
              <a:avLst/>
            </a:prstGeom>
          </p:spPr>
          <p:txBody>
            <a:bodyPr anchor="ctr" rtlCol="false" tIns="69124" lIns="69124" bIns="69124" rIns="69124"/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2508" y="277616"/>
            <a:ext cx="5173461" cy="633749"/>
          </a:xfrm>
          <a:custGeom>
            <a:avLst/>
            <a:gdLst/>
            <a:ahLst/>
            <a:cxnLst/>
            <a:rect r="r" b="b" t="t" l="l"/>
            <a:pathLst>
              <a:path h="633749" w="5173461">
                <a:moveTo>
                  <a:pt x="0" y="0"/>
                </a:moveTo>
                <a:lnTo>
                  <a:pt x="5173461" y="0"/>
                </a:lnTo>
                <a:lnTo>
                  <a:pt x="5173461" y="633749"/>
                </a:lnTo>
                <a:lnTo>
                  <a:pt x="0" y="633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75154">
            <a:off x="4917842" y="1969750"/>
            <a:ext cx="752722" cy="805050"/>
          </a:xfrm>
          <a:custGeom>
            <a:avLst/>
            <a:gdLst/>
            <a:ahLst/>
            <a:cxnLst/>
            <a:rect r="r" b="b" t="t" l="l"/>
            <a:pathLst>
              <a:path h="805050" w="752722">
                <a:moveTo>
                  <a:pt x="0" y="0"/>
                </a:moveTo>
                <a:lnTo>
                  <a:pt x="752722" y="0"/>
                </a:lnTo>
                <a:lnTo>
                  <a:pt x="752722" y="805051"/>
                </a:lnTo>
                <a:lnTo>
                  <a:pt x="0" y="80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33720" y="1878574"/>
            <a:ext cx="4300899" cy="87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장점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20414" y="3219804"/>
            <a:ext cx="8912683" cy="266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작은 디테일까지 놓치지 않는 꼼꼼함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끈기 있게 문제를 해결하는 태도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새로운 분야에도 주저하지 않고 도전하는 자세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849" y="1161673"/>
            <a:ext cx="15466049" cy="8755531"/>
            <a:chOff x="0" y="0"/>
            <a:chExt cx="4073363" cy="2305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73363" cy="2305984"/>
            </a:xfrm>
            <a:custGeom>
              <a:avLst/>
              <a:gdLst/>
              <a:ahLst/>
              <a:cxnLst/>
              <a:rect r="r" b="b" t="t" l="l"/>
              <a:pathLst>
                <a:path h="2305984" w="4073363">
                  <a:moveTo>
                    <a:pt x="32537" y="0"/>
                  </a:moveTo>
                  <a:lnTo>
                    <a:pt x="4040825" y="0"/>
                  </a:lnTo>
                  <a:cubicBezTo>
                    <a:pt x="4058795" y="0"/>
                    <a:pt x="4073363" y="14567"/>
                    <a:pt x="4073363" y="32537"/>
                  </a:cubicBezTo>
                  <a:lnTo>
                    <a:pt x="4073363" y="2273446"/>
                  </a:lnTo>
                  <a:cubicBezTo>
                    <a:pt x="4073363" y="2291416"/>
                    <a:pt x="4058795" y="2305984"/>
                    <a:pt x="4040825" y="2305984"/>
                  </a:cubicBezTo>
                  <a:lnTo>
                    <a:pt x="32537" y="2305984"/>
                  </a:lnTo>
                  <a:cubicBezTo>
                    <a:pt x="14567" y="2305984"/>
                    <a:pt x="0" y="2291416"/>
                    <a:pt x="0" y="2273446"/>
                  </a:cubicBezTo>
                  <a:lnTo>
                    <a:pt x="0" y="32537"/>
                  </a:lnTo>
                  <a:cubicBezTo>
                    <a:pt x="0" y="14567"/>
                    <a:pt x="14567" y="0"/>
                    <a:pt x="3253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EDE7B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73363" cy="2353609"/>
            </a:xfrm>
            <a:prstGeom prst="rect">
              <a:avLst/>
            </a:prstGeom>
          </p:spPr>
          <p:txBody>
            <a:bodyPr anchor="ctr" rtlCol="false" tIns="69124" lIns="69124" bIns="69124" rIns="69124"/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2508" y="277616"/>
            <a:ext cx="5173461" cy="633749"/>
          </a:xfrm>
          <a:custGeom>
            <a:avLst/>
            <a:gdLst/>
            <a:ahLst/>
            <a:cxnLst/>
            <a:rect r="r" b="b" t="t" l="l"/>
            <a:pathLst>
              <a:path h="633749" w="5173461">
                <a:moveTo>
                  <a:pt x="0" y="0"/>
                </a:moveTo>
                <a:lnTo>
                  <a:pt x="5173461" y="0"/>
                </a:lnTo>
                <a:lnTo>
                  <a:pt x="5173461" y="633749"/>
                </a:lnTo>
                <a:lnTo>
                  <a:pt x="0" y="633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75154">
            <a:off x="7315094" y="1969750"/>
            <a:ext cx="752722" cy="805050"/>
          </a:xfrm>
          <a:custGeom>
            <a:avLst/>
            <a:gdLst/>
            <a:ahLst/>
            <a:cxnLst/>
            <a:rect r="r" b="b" t="t" l="l"/>
            <a:pathLst>
              <a:path h="805050" w="752722">
                <a:moveTo>
                  <a:pt x="0" y="0"/>
                </a:moveTo>
                <a:lnTo>
                  <a:pt x="752722" y="0"/>
                </a:lnTo>
                <a:lnTo>
                  <a:pt x="752722" y="805051"/>
                </a:lnTo>
                <a:lnTo>
                  <a:pt x="0" y="80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6003" y="3280392"/>
            <a:ext cx="9239966" cy="566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>
                <a:solidFill>
                  <a:srgbClr val="254B6B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온라인 LP플레이어 앱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- 좋아하는 앨범을 나만의 선반에 진열하고, 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LP가 회전하는 모습을 담은 UI로 음악을 감상하는 온라인 플레이어-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기본 로직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저장하고 싶은 앨범 선택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→ 선택한 앨범 선반에 진열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→ 선반에 배치된 앨범을 LP플레이어로 드래그 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→ LP플레이어 회전 &amp; 노래 재생 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모집 인원: 3~4명</a:t>
            </a: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모집 역할: 백엔드 희망 (크게 상관없습니다)</a:t>
            </a:r>
          </a:p>
          <a:p>
            <a:pPr algn="l">
              <a:lnSpc>
                <a:spcPts val="3124"/>
              </a:lnSpc>
            </a:pPr>
          </a:p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000000"/>
                </a:solidFill>
                <a:latin typeface="210 어린아이"/>
                <a:ea typeface="210 어린아이"/>
                <a:cs typeface="210 어린아이"/>
                <a:sym typeface="210 어린아이"/>
              </a:rPr>
              <a:t>!!</a:t>
            </a:r>
            <a:r>
              <a:rPr lang="en-US" sz="2499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해커톤 당일</a:t>
            </a:r>
            <a:r>
              <a:rPr lang="en-US" sz="2499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 참여가 어려울 것 같습니다ㅜㅜ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28457" y="5028822"/>
            <a:ext cx="5546902" cy="4167110"/>
            <a:chOff x="0" y="0"/>
            <a:chExt cx="7395869" cy="55561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95869" cy="5556146"/>
            </a:xfrm>
            <a:custGeom>
              <a:avLst/>
              <a:gdLst/>
              <a:ahLst/>
              <a:cxnLst/>
              <a:rect r="r" b="b" t="t" l="l"/>
              <a:pathLst>
                <a:path h="5556146" w="7395869">
                  <a:moveTo>
                    <a:pt x="0" y="0"/>
                  </a:moveTo>
                  <a:lnTo>
                    <a:pt x="7395869" y="0"/>
                  </a:lnTo>
                  <a:lnTo>
                    <a:pt x="7395869" y="5556146"/>
                  </a:lnTo>
                  <a:lnTo>
                    <a:pt x="0" y="5556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1327" y="30391"/>
              <a:ext cx="5458701" cy="5444564"/>
            </a:xfrm>
            <a:custGeom>
              <a:avLst/>
              <a:gdLst/>
              <a:ahLst/>
              <a:cxnLst/>
              <a:rect r="r" b="b" t="t" l="l"/>
              <a:pathLst>
                <a:path h="5444564" w="5458701">
                  <a:moveTo>
                    <a:pt x="0" y="0"/>
                  </a:moveTo>
                  <a:lnTo>
                    <a:pt x="5458701" y="0"/>
                  </a:lnTo>
                  <a:lnTo>
                    <a:pt x="5458701" y="5444564"/>
                  </a:lnTo>
                  <a:lnTo>
                    <a:pt x="0" y="5444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7" t="-206" r="-287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592433" y="8494390"/>
            <a:ext cx="642832" cy="291685"/>
          </a:xfrm>
          <a:custGeom>
            <a:avLst/>
            <a:gdLst/>
            <a:ahLst/>
            <a:cxnLst/>
            <a:rect r="r" b="b" t="t" l="l"/>
            <a:pathLst>
              <a:path h="291685" w="642832">
                <a:moveTo>
                  <a:pt x="0" y="0"/>
                </a:moveTo>
                <a:lnTo>
                  <a:pt x="642832" y="0"/>
                </a:lnTo>
                <a:lnTo>
                  <a:pt x="642832" y="291685"/>
                </a:lnTo>
                <a:lnTo>
                  <a:pt x="0" y="2916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32766" y="1878574"/>
            <a:ext cx="5915518" cy="87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210 어린아이 Bold"/>
                <a:ea typeface="210 어린아이 Bold"/>
                <a:cs typeface="210 어린아이 Bold"/>
                <a:sym typeface="210 어린아이 Bold"/>
              </a:rPr>
              <a:t>프로젝트 아이디어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DAG9vCoRXDc</dc:identifier>
  <dcterms:modified xsi:type="dcterms:W3CDTF">2011-08-01T06:04:30Z</dcterms:modified>
  <cp:revision>1</cp:revision>
  <dc:title>김민서 팀빌딩 발표</dc:title>
</cp:coreProperties>
</file>