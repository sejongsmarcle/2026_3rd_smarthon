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embeddedFontLst>
    <p:embeddedFont>
      <p:font typeface="Poppins Bold" charset="1" panose="00000800000000000000"/>
      <p:regular r:id="rId9"/>
    </p:embeddedFont>
    <p:embeddedFont>
      <p:font typeface="Poppins" charset="1" panose="0000050000000000000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46830" y="390525"/>
            <a:ext cx="7495104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자신이 가지고 있는 경험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52021" y="1960202"/>
            <a:ext cx="7691979" cy="424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웹 크롤링 해봄</a:t>
            </a:r>
          </a:p>
          <a:p>
            <a:pPr algn="l" marL="863599" indent="-431800" lvl="1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지피티 파인튜닝 해봄 </a:t>
            </a:r>
          </a:p>
          <a:p>
            <a:pPr algn="l" marL="863599" indent="-431800" lvl="1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YOLO 써봄</a:t>
            </a:r>
          </a:p>
          <a:p>
            <a:pPr algn="l" marL="863599" indent="-431800" lvl="1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파이썬 코드로 로봇팔 조작 해봄</a:t>
            </a:r>
          </a:p>
          <a:p>
            <a:pPr algn="l" marL="863599" indent="-431800" lvl="1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rviz 써봄</a:t>
            </a:r>
          </a:p>
          <a:p>
            <a:pPr algn="l" marL="863599" indent="-431800" lvl="1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우분투 메모리 한 번 날라가봄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46830" y="390525"/>
            <a:ext cx="14090545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sz="6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팀플</a:t>
            </a:r>
            <a:r>
              <a:rPr lang="en-US" b="true" sz="6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및 개발에서 자신만의 강점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52021" y="1960202"/>
            <a:ext cx="7691979" cy="212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체력!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책임감!</a:t>
            </a:r>
          </a:p>
          <a:p>
            <a:pPr algn="l" marL="863599" indent="-431800" lvl="1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기록!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46830" y="390525"/>
            <a:ext cx="16994340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sz="6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프로젝트</a:t>
            </a:r>
            <a:r>
              <a:rPr lang="en-US" b="true" sz="6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아이디어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52021" y="1960202"/>
            <a:ext cx="9222662" cy="142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아직 구체적인 아이디어 없습니다</a:t>
            </a:r>
          </a:p>
          <a:p>
            <a:pPr algn="l" marL="863599" indent="-431800" lvl="1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CV + 로봇팔 재도전 해보고 싶습니다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DAG9t-FMHkE</dc:identifier>
  <dcterms:modified xsi:type="dcterms:W3CDTF">2011-08-01T06:04:30Z</dcterms:modified>
  <cp:revision>1</cp:revision>
  <dc:title>자신이 가지고 있는 경험</dc:title>
</cp:coreProperties>
</file>