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94660"/>
  </p:normalViewPr>
  <p:slideViewPr>
    <p:cSldViewPr snapToGrid="0">
      <p:cViewPr varScale="1">
        <p:scale>
          <a:sx n="69" d="100"/>
          <a:sy n="69" d="100"/>
        </p:scale>
        <p:origin x="80" y="7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D378C9-8862-4BB2-BF9F-617DD89DC12B}" type="doc">
      <dgm:prSet loTypeId="urn:microsoft.com/office/officeart/2005/8/layout/process1" loCatId="process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pPr latinLnBrk="1"/>
          <a:endParaRPr lang="ko-KR" altLang="en-US"/>
        </a:p>
      </dgm:t>
    </dgm:pt>
    <dgm:pt modelId="{30D56F40-1923-4CEA-B53F-41EA2886218F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Pretend"/>
            </a:rPr>
            <a:t>학술정보원</a:t>
          </a:r>
          <a:endParaRPr lang="en-US" altLang="ko-KR" sz="1800" dirty="0">
            <a:latin typeface="Pretend"/>
          </a:endParaRPr>
        </a:p>
        <a:p>
          <a:pPr latinLnBrk="1"/>
          <a:r>
            <a:rPr lang="ko-KR" altLang="en-US" sz="1800" dirty="0">
              <a:latin typeface="Pretend"/>
            </a:rPr>
            <a:t>홈페이지에서</a:t>
          </a:r>
          <a:endParaRPr lang="en-US" altLang="ko-KR" sz="1800" dirty="0">
            <a:latin typeface="Pretend"/>
          </a:endParaRPr>
        </a:p>
        <a:p>
          <a:pPr latinLnBrk="1"/>
          <a:r>
            <a:rPr lang="ko-KR" altLang="en-US" sz="1800" dirty="0">
              <a:latin typeface="Pretend"/>
            </a:rPr>
            <a:t>데이터 직접 수집</a:t>
          </a:r>
        </a:p>
      </dgm:t>
    </dgm:pt>
    <dgm:pt modelId="{5791DF07-62B9-4332-8AA0-0599B99D0141}" type="parTrans" cxnId="{609050C4-D7F4-4C36-86A7-F7EE6BA681A8}">
      <dgm:prSet/>
      <dgm:spPr/>
      <dgm:t>
        <a:bodyPr/>
        <a:lstStyle/>
        <a:p>
          <a:pPr latinLnBrk="1"/>
          <a:endParaRPr lang="ko-KR" altLang="en-US"/>
        </a:p>
      </dgm:t>
    </dgm:pt>
    <dgm:pt modelId="{C1A4FEE8-4A86-4855-A193-765A348D68DE}" type="sibTrans" cxnId="{609050C4-D7F4-4C36-86A7-F7EE6BA681A8}">
      <dgm:prSet/>
      <dgm:spPr/>
      <dgm:t>
        <a:bodyPr/>
        <a:lstStyle/>
        <a:p>
          <a:pPr latinLnBrk="1"/>
          <a:endParaRPr lang="ko-KR" altLang="en-US"/>
        </a:p>
      </dgm:t>
    </dgm:pt>
    <dgm:pt modelId="{B54AD63E-8FD2-4BA4-9AC6-E9C9148E9A02}">
      <dgm:prSet phldrT="[텍스트]"/>
      <dgm:spPr/>
      <dgm:t>
        <a:bodyPr/>
        <a:lstStyle/>
        <a:p>
          <a:pPr latinLnBrk="1"/>
          <a:r>
            <a:rPr lang="ko-KR" altLang="en-US" dirty="0">
              <a:latin typeface="Pretend"/>
            </a:rPr>
            <a:t>학사일정</a:t>
          </a:r>
          <a:r>
            <a:rPr lang="en-US" altLang="ko-KR" dirty="0">
              <a:latin typeface="Pretend"/>
            </a:rPr>
            <a:t>, </a:t>
          </a:r>
        </a:p>
        <a:p>
          <a:pPr latinLnBrk="1"/>
          <a:r>
            <a:rPr lang="en-US" altLang="ko-KR" dirty="0">
              <a:latin typeface="Pretend"/>
            </a:rPr>
            <a:t>time context,</a:t>
          </a:r>
        </a:p>
        <a:p>
          <a:pPr latinLnBrk="1"/>
          <a:r>
            <a:rPr lang="en-US" altLang="ko-KR" dirty="0">
              <a:latin typeface="Pretend"/>
            </a:rPr>
            <a:t>Lag </a:t>
          </a:r>
          <a:r>
            <a:rPr lang="ko-KR" altLang="en-US" dirty="0">
              <a:latin typeface="Pretend"/>
            </a:rPr>
            <a:t>등</a:t>
          </a:r>
          <a:r>
            <a:rPr lang="en-US" altLang="ko-KR" dirty="0">
              <a:latin typeface="Pretend"/>
            </a:rPr>
            <a:t> FE</a:t>
          </a:r>
          <a:endParaRPr lang="ko-KR" altLang="en-US" dirty="0">
            <a:latin typeface="Pretend"/>
          </a:endParaRPr>
        </a:p>
      </dgm:t>
    </dgm:pt>
    <dgm:pt modelId="{4D32F4D8-D498-4986-BABC-1BB73EC79949}" type="parTrans" cxnId="{E38D4B55-9951-4FE0-B578-CB7CE538796A}">
      <dgm:prSet/>
      <dgm:spPr/>
      <dgm:t>
        <a:bodyPr/>
        <a:lstStyle/>
        <a:p>
          <a:pPr latinLnBrk="1"/>
          <a:endParaRPr lang="ko-KR" altLang="en-US"/>
        </a:p>
      </dgm:t>
    </dgm:pt>
    <dgm:pt modelId="{8B94E2B2-8AC7-4006-A258-1C1AC3A40257}" type="sibTrans" cxnId="{E38D4B55-9951-4FE0-B578-CB7CE538796A}">
      <dgm:prSet/>
      <dgm:spPr/>
      <dgm:t>
        <a:bodyPr/>
        <a:lstStyle/>
        <a:p>
          <a:pPr latinLnBrk="1"/>
          <a:endParaRPr lang="ko-KR" altLang="en-US"/>
        </a:p>
      </dgm:t>
    </dgm:pt>
    <dgm:pt modelId="{2496E899-6718-4CD2-97FF-47C0147B7DAA}">
      <dgm:prSet phldrT="[텍스트]"/>
      <dgm:spPr/>
      <dgm:t>
        <a:bodyPr/>
        <a:lstStyle/>
        <a:p>
          <a:pPr latinLnBrk="1"/>
          <a:r>
            <a:rPr lang="en-US" altLang="ko-KR" dirty="0">
              <a:latin typeface="Pretend"/>
            </a:rPr>
            <a:t>XAI</a:t>
          </a:r>
          <a:r>
            <a:rPr lang="ko-KR" altLang="en-US" dirty="0">
              <a:latin typeface="Pretend"/>
            </a:rPr>
            <a:t>를 통한 </a:t>
          </a:r>
          <a:endParaRPr lang="en-US" altLang="ko-KR" dirty="0">
            <a:latin typeface="Pretend"/>
          </a:endParaRPr>
        </a:p>
        <a:p>
          <a:pPr latinLnBrk="1"/>
          <a:r>
            <a:rPr lang="ko-KR" altLang="en-US" dirty="0">
              <a:latin typeface="Pretend"/>
            </a:rPr>
            <a:t>원인 분석</a:t>
          </a:r>
          <a:r>
            <a:rPr lang="en-US" altLang="ko-KR" dirty="0">
              <a:latin typeface="Pretend"/>
            </a:rPr>
            <a:t>,</a:t>
          </a:r>
          <a:r>
            <a:rPr lang="ko-KR" altLang="en-US" dirty="0">
              <a:latin typeface="Pretend"/>
            </a:rPr>
            <a:t> 시각화</a:t>
          </a:r>
        </a:p>
      </dgm:t>
    </dgm:pt>
    <dgm:pt modelId="{BC24C70C-0F0D-4875-B0D4-3BB64D1C412C}" type="parTrans" cxnId="{7F561C5D-6C83-4F40-939A-787FD0DC3838}">
      <dgm:prSet/>
      <dgm:spPr/>
      <dgm:t>
        <a:bodyPr/>
        <a:lstStyle/>
        <a:p>
          <a:pPr latinLnBrk="1"/>
          <a:endParaRPr lang="ko-KR" altLang="en-US"/>
        </a:p>
      </dgm:t>
    </dgm:pt>
    <dgm:pt modelId="{FEACE2A3-9B2B-4988-A35C-2DD8C6B6D40C}" type="sibTrans" cxnId="{7F561C5D-6C83-4F40-939A-787FD0DC3838}">
      <dgm:prSet/>
      <dgm:spPr/>
      <dgm:t>
        <a:bodyPr/>
        <a:lstStyle/>
        <a:p>
          <a:pPr latinLnBrk="1"/>
          <a:endParaRPr lang="ko-KR" altLang="en-US"/>
        </a:p>
      </dgm:t>
    </dgm:pt>
    <dgm:pt modelId="{499BCFA2-C21D-49EA-BEBE-7074E3F491B1}">
      <dgm:prSet phldrT="[텍스트]"/>
      <dgm:spPr/>
      <dgm:t>
        <a:bodyPr/>
        <a:lstStyle/>
        <a:p>
          <a:pPr latinLnBrk="1">
            <a:lnSpc>
              <a:spcPct val="100000"/>
            </a:lnSpc>
          </a:pPr>
          <a:r>
            <a:rPr lang="en-US" altLang="ko-KR" dirty="0">
              <a:latin typeface="Pretend"/>
            </a:rPr>
            <a:t>Modeling</a:t>
          </a:r>
          <a:endParaRPr lang="ko-KR" altLang="en-US" dirty="0">
            <a:latin typeface="Pretend"/>
          </a:endParaRPr>
        </a:p>
      </dgm:t>
    </dgm:pt>
    <dgm:pt modelId="{899D872B-241B-4A0D-AC11-61409CF4CCB8}" type="parTrans" cxnId="{E77995D5-0750-47B1-88DF-11BA2922E2C5}">
      <dgm:prSet/>
      <dgm:spPr/>
      <dgm:t>
        <a:bodyPr/>
        <a:lstStyle/>
        <a:p>
          <a:pPr latinLnBrk="1"/>
          <a:endParaRPr lang="ko-KR" altLang="en-US"/>
        </a:p>
      </dgm:t>
    </dgm:pt>
    <dgm:pt modelId="{CE25BF8E-DB96-4CB1-8039-E7328227B95B}" type="sibTrans" cxnId="{E77995D5-0750-47B1-88DF-11BA2922E2C5}">
      <dgm:prSet/>
      <dgm:spPr/>
      <dgm:t>
        <a:bodyPr/>
        <a:lstStyle/>
        <a:p>
          <a:pPr latinLnBrk="1"/>
          <a:endParaRPr lang="ko-KR" altLang="en-US"/>
        </a:p>
      </dgm:t>
    </dgm:pt>
    <dgm:pt modelId="{F584D622-94F3-4E5A-9883-178F46B0255D}" type="pres">
      <dgm:prSet presAssocID="{FFD378C9-8862-4BB2-BF9F-617DD89DC12B}" presName="Name0" presStyleCnt="0">
        <dgm:presLayoutVars>
          <dgm:dir/>
          <dgm:resizeHandles val="exact"/>
        </dgm:presLayoutVars>
      </dgm:prSet>
      <dgm:spPr/>
    </dgm:pt>
    <dgm:pt modelId="{F63D9098-91B6-4B25-BFC4-0F9673571524}" type="pres">
      <dgm:prSet presAssocID="{30D56F40-1923-4CEA-B53F-41EA2886218F}" presName="node" presStyleLbl="node1" presStyleIdx="0" presStyleCnt="4">
        <dgm:presLayoutVars>
          <dgm:bulletEnabled val="1"/>
        </dgm:presLayoutVars>
      </dgm:prSet>
      <dgm:spPr/>
    </dgm:pt>
    <dgm:pt modelId="{A5C5BF6B-5194-416A-872D-506BEF873265}" type="pres">
      <dgm:prSet presAssocID="{C1A4FEE8-4A86-4855-A193-765A348D68DE}" presName="sibTrans" presStyleLbl="sibTrans2D1" presStyleIdx="0" presStyleCnt="3"/>
      <dgm:spPr/>
    </dgm:pt>
    <dgm:pt modelId="{C4289796-D818-4E5F-A5B9-61AB0B5ACD39}" type="pres">
      <dgm:prSet presAssocID="{C1A4FEE8-4A86-4855-A193-765A348D68DE}" presName="connectorText" presStyleLbl="sibTrans2D1" presStyleIdx="0" presStyleCnt="3"/>
      <dgm:spPr/>
    </dgm:pt>
    <dgm:pt modelId="{1CE1CCC8-E3B6-4F28-BC9D-78DD1214C5CA}" type="pres">
      <dgm:prSet presAssocID="{B54AD63E-8FD2-4BA4-9AC6-E9C9148E9A02}" presName="node" presStyleLbl="node1" presStyleIdx="1" presStyleCnt="4">
        <dgm:presLayoutVars>
          <dgm:bulletEnabled val="1"/>
        </dgm:presLayoutVars>
      </dgm:prSet>
      <dgm:spPr/>
    </dgm:pt>
    <dgm:pt modelId="{32382208-336C-4ABB-BAF4-5BE5DCA886FE}" type="pres">
      <dgm:prSet presAssocID="{8B94E2B2-8AC7-4006-A258-1C1AC3A40257}" presName="sibTrans" presStyleLbl="sibTrans2D1" presStyleIdx="1" presStyleCnt="3"/>
      <dgm:spPr/>
    </dgm:pt>
    <dgm:pt modelId="{1C3388FF-371A-47E4-BF6C-422728337347}" type="pres">
      <dgm:prSet presAssocID="{8B94E2B2-8AC7-4006-A258-1C1AC3A40257}" presName="connectorText" presStyleLbl="sibTrans2D1" presStyleIdx="1" presStyleCnt="3"/>
      <dgm:spPr/>
    </dgm:pt>
    <dgm:pt modelId="{21C27086-10FD-494C-BF60-DC15983668BC}" type="pres">
      <dgm:prSet presAssocID="{499BCFA2-C21D-49EA-BEBE-7074E3F491B1}" presName="node" presStyleLbl="node1" presStyleIdx="2" presStyleCnt="4">
        <dgm:presLayoutVars>
          <dgm:bulletEnabled val="1"/>
        </dgm:presLayoutVars>
      </dgm:prSet>
      <dgm:spPr/>
    </dgm:pt>
    <dgm:pt modelId="{D57B6144-1AC4-4AA1-A636-EF5DCB16933C}" type="pres">
      <dgm:prSet presAssocID="{CE25BF8E-DB96-4CB1-8039-E7328227B95B}" presName="sibTrans" presStyleLbl="sibTrans2D1" presStyleIdx="2" presStyleCnt="3"/>
      <dgm:spPr/>
    </dgm:pt>
    <dgm:pt modelId="{40AEF98F-AF02-4C1B-865A-E68151B80981}" type="pres">
      <dgm:prSet presAssocID="{CE25BF8E-DB96-4CB1-8039-E7328227B95B}" presName="connectorText" presStyleLbl="sibTrans2D1" presStyleIdx="2" presStyleCnt="3"/>
      <dgm:spPr/>
    </dgm:pt>
    <dgm:pt modelId="{2E429AA3-E3D6-4871-A3FB-05C3288EBDD1}" type="pres">
      <dgm:prSet presAssocID="{2496E899-6718-4CD2-97FF-47C0147B7DAA}" presName="node" presStyleLbl="node1" presStyleIdx="3" presStyleCnt="4">
        <dgm:presLayoutVars>
          <dgm:bulletEnabled val="1"/>
        </dgm:presLayoutVars>
      </dgm:prSet>
      <dgm:spPr/>
    </dgm:pt>
  </dgm:ptLst>
  <dgm:cxnLst>
    <dgm:cxn modelId="{7BF3E81C-CDF8-4345-A852-A0946549C939}" type="presOf" srcId="{CE25BF8E-DB96-4CB1-8039-E7328227B95B}" destId="{D57B6144-1AC4-4AA1-A636-EF5DCB16933C}" srcOrd="0" destOrd="0" presId="urn:microsoft.com/office/officeart/2005/8/layout/process1"/>
    <dgm:cxn modelId="{0E50CD26-518E-40B2-AEF4-AFEBE38AF4E0}" type="presOf" srcId="{C1A4FEE8-4A86-4855-A193-765A348D68DE}" destId="{C4289796-D818-4E5F-A5B9-61AB0B5ACD39}" srcOrd="1" destOrd="0" presId="urn:microsoft.com/office/officeart/2005/8/layout/process1"/>
    <dgm:cxn modelId="{7F561C5D-6C83-4F40-939A-787FD0DC3838}" srcId="{FFD378C9-8862-4BB2-BF9F-617DD89DC12B}" destId="{2496E899-6718-4CD2-97FF-47C0147B7DAA}" srcOrd="3" destOrd="0" parTransId="{BC24C70C-0F0D-4875-B0D4-3BB64D1C412C}" sibTransId="{FEACE2A3-9B2B-4988-A35C-2DD8C6B6D40C}"/>
    <dgm:cxn modelId="{E38D4B55-9951-4FE0-B578-CB7CE538796A}" srcId="{FFD378C9-8862-4BB2-BF9F-617DD89DC12B}" destId="{B54AD63E-8FD2-4BA4-9AC6-E9C9148E9A02}" srcOrd="1" destOrd="0" parTransId="{4D32F4D8-D498-4986-BABC-1BB73EC79949}" sibTransId="{8B94E2B2-8AC7-4006-A258-1C1AC3A40257}"/>
    <dgm:cxn modelId="{87A26976-528E-4B5C-880C-1C66A70C2A53}" type="presOf" srcId="{8B94E2B2-8AC7-4006-A258-1C1AC3A40257}" destId="{1C3388FF-371A-47E4-BF6C-422728337347}" srcOrd="1" destOrd="0" presId="urn:microsoft.com/office/officeart/2005/8/layout/process1"/>
    <dgm:cxn modelId="{D72FE256-B14F-4187-B248-F3545B324FF5}" type="presOf" srcId="{FFD378C9-8862-4BB2-BF9F-617DD89DC12B}" destId="{F584D622-94F3-4E5A-9883-178F46B0255D}" srcOrd="0" destOrd="0" presId="urn:microsoft.com/office/officeart/2005/8/layout/process1"/>
    <dgm:cxn modelId="{408C187B-20A8-42C5-BD9C-B5877A8E7A50}" type="presOf" srcId="{C1A4FEE8-4A86-4855-A193-765A348D68DE}" destId="{A5C5BF6B-5194-416A-872D-506BEF873265}" srcOrd="0" destOrd="0" presId="urn:microsoft.com/office/officeart/2005/8/layout/process1"/>
    <dgm:cxn modelId="{55E9A1AA-9523-4060-892A-8F140D37BEAB}" type="presOf" srcId="{CE25BF8E-DB96-4CB1-8039-E7328227B95B}" destId="{40AEF98F-AF02-4C1B-865A-E68151B80981}" srcOrd="1" destOrd="0" presId="urn:microsoft.com/office/officeart/2005/8/layout/process1"/>
    <dgm:cxn modelId="{F6D3A7AB-C5AD-42A0-A49E-D60BF03C8B6A}" type="presOf" srcId="{B54AD63E-8FD2-4BA4-9AC6-E9C9148E9A02}" destId="{1CE1CCC8-E3B6-4F28-BC9D-78DD1214C5CA}" srcOrd="0" destOrd="0" presId="urn:microsoft.com/office/officeart/2005/8/layout/process1"/>
    <dgm:cxn modelId="{B6AD7CBB-DA7C-47B3-A1BA-C7B9B86A74C7}" type="presOf" srcId="{499BCFA2-C21D-49EA-BEBE-7074E3F491B1}" destId="{21C27086-10FD-494C-BF60-DC15983668BC}" srcOrd="0" destOrd="0" presId="urn:microsoft.com/office/officeart/2005/8/layout/process1"/>
    <dgm:cxn modelId="{609050C4-D7F4-4C36-86A7-F7EE6BA681A8}" srcId="{FFD378C9-8862-4BB2-BF9F-617DD89DC12B}" destId="{30D56F40-1923-4CEA-B53F-41EA2886218F}" srcOrd="0" destOrd="0" parTransId="{5791DF07-62B9-4332-8AA0-0599B99D0141}" sibTransId="{C1A4FEE8-4A86-4855-A193-765A348D68DE}"/>
    <dgm:cxn modelId="{194F36C6-2C78-4EAC-9EDD-60D92CE39FEB}" type="presOf" srcId="{2496E899-6718-4CD2-97FF-47C0147B7DAA}" destId="{2E429AA3-E3D6-4871-A3FB-05C3288EBDD1}" srcOrd="0" destOrd="0" presId="urn:microsoft.com/office/officeart/2005/8/layout/process1"/>
    <dgm:cxn modelId="{9E7FE7CE-7984-4496-A341-7951196B77D7}" type="presOf" srcId="{8B94E2B2-8AC7-4006-A258-1C1AC3A40257}" destId="{32382208-336C-4ABB-BAF4-5BE5DCA886FE}" srcOrd="0" destOrd="0" presId="urn:microsoft.com/office/officeart/2005/8/layout/process1"/>
    <dgm:cxn modelId="{E77995D5-0750-47B1-88DF-11BA2922E2C5}" srcId="{FFD378C9-8862-4BB2-BF9F-617DD89DC12B}" destId="{499BCFA2-C21D-49EA-BEBE-7074E3F491B1}" srcOrd="2" destOrd="0" parTransId="{899D872B-241B-4A0D-AC11-61409CF4CCB8}" sibTransId="{CE25BF8E-DB96-4CB1-8039-E7328227B95B}"/>
    <dgm:cxn modelId="{9BFD2DE1-D181-4D81-AA78-D586C432E9A7}" type="presOf" srcId="{30D56F40-1923-4CEA-B53F-41EA2886218F}" destId="{F63D9098-91B6-4B25-BFC4-0F9673571524}" srcOrd="0" destOrd="0" presId="urn:microsoft.com/office/officeart/2005/8/layout/process1"/>
    <dgm:cxn modelId="{48B3E669-5BD1-4517-9E1F-555841B379BD}" type="presParOf" srcId="{F584D622-94F3-4E5A-9883-178F46B0255D}" destId="{F63D9098-91B6-4B25-BFC4-0F9673571524}" srcOrd="0" destOrd="0" presId="urn:microsoft.com/office/officeart/2005/8/layout/process1"/>
    <dgm:cxn modelId="{F80BE363-5E38-4FB9-A9F1-0DD8C530C9FD}" type="presParOf" srcId="{F584D622-94F3-4E5A-9883-178F46B0255D}" destId="{A5C5BF6B-5194-416A-872D-506BEF873265}" srcOrd="1" destOrd="0" presId="urn:microsoft.com/office/officeart/2005/8/layout/process1"/>
    <dgm:cxn modelId="{945833E6-EE62-4644-BAF0-B9E9D36ED115}" type="presParOf" srcId="{A5C5BF6B-5194-416A-872D-506BEF873265}" destId="{C4289796-D818-4E5F-A5B9-61AB0B5ACD39}" srcOrd="0" destOrd="0" presId="urn:microsoft.com/office/officeart/2005/8/layout/process1"/>
    <dgm:cxn modelId="{7333D01A-BF7B-46FD-9157-5E0FE7E5B34A}" type="presParOf" srcId="{F584D622-94F3-4E5A-9883-178F46B0255D}" destId="{1CE1CCC8-E3B6-4F28-BC9D-78DD1214C5CA}" srcOrd="2" destOrd="0" presId="urn:microsoft.com/office/officeart/2005/8/layout/process1"/>
    <dgm:cxn modelId="{71293A7B-EF6A-4393-8899-FB72C2BBCA6E}" type="presParOf" srcId="{F584D622-94F3-4E5A-9883-178F46B0255D}" destId="{32382208-336C-4ABB-BAF4-5BE5DCA886FE}" srcOrd="3" destOrd="0" presId="urn:microsoft.com/office/officeart/2005/8/layout/process1"/>
    <dgm:cxn modelId="{ECBC71C4-D6E7-43B4-81D6-2DDB4B76A62E}" type="presParOf" srcId="{32382208-336C-4ABB-BAF4-5BE5DCA886FE}" destId="{1C3388FF-371A-47E4-BF6C-422728337347}" srcOrd="0" destOrd="0" presId="urn:microsoft.com/office/officeart/2005/8/layout/process1"/>
    <dgm:cxn modelId="{9E112019-F50F-4479-9081-402F670E023A}" type="presParOf" srcId="{F584D622-94F3-4E5A-9883-178F46B0255D}" destId="{21C27086-10FD-494C-BF60-DC15983668BC}" srcOrd="4" destOrd="0" presId="urn:microsoft.com/office/officeart/2005/8/layout/process1"/>
    <dgm:cxn modelId="{25424CD6-11B4-4E0F-A244-653B38A34D1B}" type="presParOf" srcId="{F584D622-94F3-4E5A-9883-178F46B0255D}" destId="{D57B6144-1AC4-4AA1-A636-EF5DCB16933C}" srcOrd="5" destOrd="0" presId="urn:microsoft.com/office/officeart/2005/8/layout/process1"/>
    <dgm:cxn modelId="{BA81D2D6-5B35-485A-B5AA-2723585C9419}" type="presParOf" srcId="{D57B6144-1AC4-4AA1-A636-EF5DCB16933C}" destId="{40AEF98F-AF02-4C1B-865A-E68151B80981}" srcOrd="0" destOrd="0" presId="urn:microsoft.com/office/officeart/2005/8/layout/process1"/>
    <dgm:cxn modelId="{3EF0E7C5-A0C7-476E-9E55-A584B27BB367}" type="presParOf" srcId="{F584D622-94F3-4E5A-9883-178F46B0255D}" destId="{2E429AA3-E3D6-4871-A3FB-05C3288EBDD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D9098-91B6-4B25-BFC4-0F9673571524}">
      <dsp:nvSpPr>
        <dsp:cNvPr id="0" name=""/>
        <dsp:cNvSpPr/>
      </dsp:nvSpPr>
      <dsp:spPr>
        <a:xfrm>
          <a:off x="5043" y="451682"/>
          <a:ext cx="2205176" cy="16332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Pretend"/>
            </a:rPr>
            <a:t>학술정보원</a:t>
          </a:r>
          <a:endParaRPr lang="en-US" altLang="ko-KR" sz="1800" kern="1200" dirty="0">
            <a:latin typeface="Pretend"/>
          </a:endParaRPr>
        </a:p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Pretend"/>
            </a:rPr>
            <a:t>홈페이지에서</a:t>
          </a:r>
          <a:endParaRPr lang="en-US" altLang="ko-KR" sz="1800" kern="1200" dirty="0">
            <a:latin typeface="Pretend"/>
          </a:endParaRPr>
        </a:p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Pretend"/>
            </a:rPr>
            <a:t>데이터 직접 수집</a:t>
          </a:r>
        </a:p>
      </dsp:txBody>
      <dsp:txXfrm>
        <a:off x="52878" y="499517"/>
        <a:ext cx="2109506" cy="1537538"/>
      </dsp:txXfrm>
    </dsp:sp>
    <dsp:sp modelId="{A5C5BF6B-5194-416A-872D-506BEF873265}">
      <dsp:nvSpPr>
        <dsp:cNvPr id="0" name=""/>
        <dsp:cNvSpPr/>
      </dsp:nvSpPr>
      <dsp:spPr>
        <a:xfrm>
          <a:off x="2430737" y="994844"/>
          <a:ext cx="467497" cy="5468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2430737" y="1104221"/>
        <a:ext cx="327248" cy="328129"/>
      </dsp:txXfrm>
    </dsp:sp>
    <dsp:sp modelId="{1CE1CCC8-E3B6-4F28-BC9D-78DD1214C5CA}">
      <dsp:nvSpPr>
        <dsp:cNvPr id="0" name=""/>
        <dsp:cNvSpPr/>
      </dsp:nvSpPr>
      <dsp:spPr>
        <a:xfrm>
          <a:off x="3092290" y="451682"/>
          <a:ext cx="2205176" cy="16332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Pretend"/>
            </a:rPr>
            <a:t>학사일정</a:t>
          </a:r>
          <a:r>
            <a:rPr lang="en-US" altLang="ko-KR" sz="2000" kern="1200" dirty="0">
              <a:latin typeface="Pretend"/>
            </a:rPr>
            <a:t>, </a:t>
          </a: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>
              <a:latin typeface="Pretend"/>
            </a:rPr>
            <a:t>time context,</a:t>
          </a: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>
              <a:latin typeface="Pretend"/>
            </a:rPr>
            <a:t>Lag </a:t>
          </a:r>
          <a:r>
            <a:rPr lang="ko-KR" altLang="en-US" sz="2000" kern="1200" dirty="0">
              <a:latin typeface="Pretend"/>
            </a:rPr>
            <a:t>등</a:t>
          </a:r>
          <a:r>
            <a:rPr lang="en-US" altLang="ko-KR" sz="2000" kern="1200" dirty="0">
              <a:latin typeface="Pretend"/>
            </a:rPr>
            <a:t> FE</a:t>
          </a:r>
          <a:endParaRPr lang="ko-KR" altLang="en-US" sz="2000" kern="1200" dirty="0">
            <a:latin typeface="Pretend"/>
          </a:endParaRPr>
        </a:p>
      </dsp:txBody>
      <dsp:txXfrm>
        <a:off x="3140125" y="499517"/>
        <a:ext cx="2109506" cy="1537538"/>
      </dsp:txXfrm>
    </dsp:sp>
    <dsp:sp modelId="{32382208-336C-4ABB-BAF4-5BE5DCA886FE}">
      <dsp:nvSpPr>
        <dsp:cNvPr id="0" name=""/>
        <dsp:cNvSpPr/>
      </dsp:nvSpPr>
      <dsp:spPr>
        <a:xfrm>
          <a:off x="5517984" y="994844"/>
          <a:ext cx="467497" cy="5468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5517984" y="1104221"/>
        <a:ext cx="327248" cy="328129"/>
      </dsp:txXfrm>
    </dsp:sp>
    <dsp:sp modelId="{21C27086-10FD-494C-BF60-DC15983668BC}">
      <dsp:nvSpPr>
        <dsp:cNvPr id="0" name=""/>
        <dsp:cNvSpPr/>
      </dsp:nvSpPr>
      <dsp:spPr>
        <a:xfrm>
          <a:off x="6179537" y="451682"/>
          <a:ext cx="2205176" cy="16332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>
              <a:latin typeface="Pretend"/>
            </a:rPr>
            <a:t>Modeling</a:t>
          </a:r>
          <a:endParaRPr lang="ko-KR" altLang="en-US" sz="2000" kern="1200" dirty="0">
            <a:latin typeface="Pretend"/>
          </a:endParaRPr>
        </a:p>
      </dsp:txBody>
      <dsp:txXfrm>
        <a:off x="6227372" y="499517"/>
        <a:ext cx="2109506" cy="1537538"/>
      </dsp:txXfrm>
    </dsp:sp>
    <dsp:sp modelId="{D57B6144-1AC4-4AA1-A636-EF5DCB16933C}">
      <dsp:nvSpPr>
        <dsp:cNvPr id="0" name=""/>
        <dsp:cNvSpPr/>
      </dsp:nvSpPr>
      <dsp:spPr>
        <a:xfrm>
          <a:off x="8605231" y="994844"/>
          <a:ext cx="467497" cy="5468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8605231" y="1104221"/>
        <a:ext cx="327248" cy="328129"/>
      </dsp:txXfrm>
    </dsp:sp>
    <dsp:sp modelId="{2E429AA3-E3D6-4871-A3FB-05C3288EBDD1}">
      <dsp:nvSpPr>
        <dsp:cNvPr id="0" name=""/>
        <dsp:cNvSpPr/>
      </dsp:nvSpPr>
      <dsp:spPr>
        <a:xfrm>
          <a:off x="9266784" y="451682"/>
          <a:ext cx="2205176" cy="16332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>
              <a:latin typeface="Pretend"/>
            </a:rPr>
            <a:t>XAI</a:t>
          </a:r>
          <a:r>
            <a:rPr lang="ko-KR" altLang="en-US" sz="2000" kern="1200" dirty="0">
              <a:latin typeface="Pretend"/>
            </a:rPr>
            <a:t>를 통한 </a:t>
          </a:r>
          <a:endParaRPr lang="en-US" altLang="ko-KR" sz="2000" kern="1200" dirty="0">
            <a:latin typeface="Pretend"/>
          </a:endParaRPr>
        </a:p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kern="1200" dirty="0">
              <a:latin typeface="Pretend"/>
            </a:rPr>
            <a:t>원인 분석</a:t>
          </a:r>
          <a:r>
            <a:rPr lang="en-US" altLang="ko-KR" sz="2000" kern="1200" dirty="0">
              <a:latin typeface="Pretend"/>
            </a:rPr>
            <a:t>,</a:t>
          </a:r>
          <a:r>
            <a:rPr lang="ko-KR" altLang="en-US" sz="2000" kern="1200" dirty="0">
              <a:latin typeface="Pretend"/>
            </a:rPr>
            <a:t> 시각화</a:t>
          </a:r>
        </a:p>
      </dsp:txBody>
      <dsp:txXfrm>
        <a:off x="9314619" y="499517"/>
        <a:ext cx="2109506" cy="1537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90E0B-2A5A-AA74-7EA2-8F9E3DE1C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2CCD2B-78F4-EFD2-6A1C-EC11F9A9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E51AD-EF23-D8CF-BA9F-5BB1A8D0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46AF6A-D509-57C2-1DE7-A19CA13CD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D54598-07DB-3975-4B1E-3E3CBB42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01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EA569-2D28-EAF2-749E-45F80E436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542E87-2C2D-A5F1-2F8A-94108CAA6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E572B5-C52C-277A-80C1-826D7C12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6C21AC-72D5-5730-99B3-F7758AB3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403FAF-909A-218E-F24D-DB7C5145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77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FAA15-E639-C5EE-A08A-32F8F6A51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78CD85-D4AC-6871-73CB-B3890DD0E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CA3F52-AF23-5F59-83A6-90CEAC35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80218-2CA0-7528-E1FD-D3B14E72F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5A6FDA-5232-F108-CC2B-B07A820B2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10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7016D-3700-18D5-8B22-E0E61F1E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B3D784-E6A4-781C-8A7B-72D1BCFA3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712804-0488-3BB8-BCC7-54CF1123C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78EC89-88F5-0AA8-A69E-FA65D33D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72826F-6102-EFFB-89FE-E2ADA445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ACB1AA-E268-D7B9-E600-032230C5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89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24290-F60F-3F09-F5E1-861120DA7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C878E7-33D6-CB08-7AFF-0E62C3C99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2ABAE4-F139-3C5C-F4DA-677B067A2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D26E4-7C06-08B0-74E7-3EDCA3776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81BA21-5A9B-78C7-2C0E-0F534AD7F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B9B4ACB-6CE0-2F8C-E400-3D80450F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61B369-C471-A1B9-CE1B-55671F5C3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C67E05-F00C-BC17-D9A9-0380A972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784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81A0A-2382-B5C4-722A-C06C45B1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F0E989-FE3A-033D-A4BF-FD0AF2C2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16A9A6-6FC5-FA28-1D66-1710EF78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47E8CD-8621-01D4-3D40-65CEB756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28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82ED3-E5AD-D1F1-9ECE-196A6C65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365AC2-E2A8-931A-DFD2-0A76D0B6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A06346-1B5C-D42A-F440-22B0F9677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64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691FE-EE73-A26E-ECE0-24A3D485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2B65FA-11DF-AE2D-9FC1-4F95B3C3C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A97420-CFB9-A8B1-6F42-FAFDF3D47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3FC59E-FDBF-B392-8F37-64312836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48C9F6-DA0D-39F6-A9C4-1235EB9D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1DB02D-6237-D9A2-C3C5-19CEB48A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05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12EA4-61AE-11CB-2D90-C0FA9825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79CBA9-9EF4-2EB5-1DEF-74FD9E6E3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4527D7-BDF8-A86A-9E6E-4E8D92486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5FA9ED-0054-0F4D-A188-C4E2A5DD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C71101-3DCD-1096-06B7-F2EAFE1D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AF022A-8A50-567A-7269-7C1DABD74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3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D312B-6039-F32A-5BCF-72A9025A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94240E-812F-45C3-8B68-042C2FCD9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1D4D50-EDEB-0BD1-9069-36347D589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F5083-DE5B-036C-75BF-9C2B4ABC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B4CA69-A5FC-A91B-245D-45B6A8D6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27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C9E011-7246-A912-A0FD-48D366CD2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6F84CF-3349-61CE-6B41-33AEAEF80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49FFF9-1585-DF61-E6B0-D6E98292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916A7A-8DE1-5521-6326-E8529AA8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DC1ED5-358A-E912-FC39-41D2514A5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01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E26935-2227-5801-D93D-72DFCABD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CDFD4E-9FCE-D177-8258-03A8A8905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72A2DD-E0E2-7C29-3EF0-0035E4F07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037D1-A2FB-4FEF-92A6-8A158B3B9505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3372B-AA8F-C945-A25C-BF16F59DE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BDD9D-E61C-40DE-C392-C67EC17D8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F7319B-5407-4C52-AF29-8F6AD7B11E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2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1B10C38-F858-F0A4-D24C-BD235E7858C8}"/>
              </a:ext>
            </a:extLst>
          </p:cNvPr>
          <p:cNvSpPr txBox="1">
            <a:spLocks/>
          </p:cNvSpPr>
          <p:nvPr/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>
                <a:latin typeface="Pretendard"/>
                <a:cs typeface="Arial" panose="020B0604020202020204" pitchFamily="34" charset="0"/>
              </a:rPr>
              <a:t>Experience</a:t>
            </a:r>
            <a:endParaRPr lang="ko-KR" altLang="en-US" dirty="0">
              <a:latin typeface="Pretendard"/>
              <a:cs typeface="Arial" panose="020B0604020202020204" pitchFamily="34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4ABFA0EE-27FD-C709-4F5C-5D518BF4F150}"/>
              </a:ext>
            </a:extLst>
          </p:cNvPr>
          <p:cNvSpPr txBox="1">
            <a:spLocks/>
          </p:cNvSpPr>
          <p:nvPr/>
        </p:nvSpPr>
        <p:spPr>
          <a:xfrm>
            <a:off x="596900" y="2162226"/>
            <a:ext cx="11210544" cy="2247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altLang="ko-KR" sz="3200">
                <a:latin typeface="Pretendard"/>
                <a:cs typeface="Arial" panose="020B0604020202020204" pitchFamily="34" charset="0"/>
              </a:rPr>
              <a:t>Time-series forecasting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altLang="ko-KR" sz="2400">
                <a:latin typeface="Pretendard"/>
                <a:cs typeface="Arial" panose="020B0604020202020204" pitchFamily="34" charset="0"/>
              </a:rPr>
              <a:t>e.g., GBDT / LSTM / Transformer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en-US" altLang="ko-KR" sz="2400">
              <a:latin typeface="Pretendard"/>
              <a:cs typeface="Arial" panose="020B0604020202020204" pitchFamily="34" charset="0"/>
            </a:endParaRPr>
          </a:p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altLang="ko-KR" sz="3200">
                <a:latin typeface="Pretendard"/>
                <a:cs typeface="Arial" panose="020B0604020202020204" pitchFamily="34" charset="0"/>
              </a:rPr>
              <a:t>Explainable AI (XAI)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altLang="ko-KR" sz="2400">
                <a:latin typeface="Pretendard"/>
                <a:cs typeface="Arial" panose="020B0604020202020204" pitchFamily="34" charset="0"/>
              </a:rPr>
              <a:t>e.g., LIME / SHAP / DeepLIFT</a:t>
            </a:r>
            <a:endParaRPr lang="en-US" altLang="ko-KR" sz="2400" dirty="0">
              <a:latin typeface="Pretendard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67BA083-588B-7B74-A8BF-F69C89C70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923" y="2357863"/>
            <a:ext cx="3773177" cy="230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44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5D50-F2F2-A1A4-9B25-6715EAA0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1BA0E1A-3C11-DFC7-F404-904CA3BE5715}"/>
              </a:ext>
            </a:extLst>
          </p:cNvPr>
          <p:cNvSpPr txBox="1">
            <a:spLocks/>
          </p:cNvSpPr>
          <p:nvPr/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Pretendard"/>
                <a:cs typeface="Arial" panose="020B0604020202020204" pitchFamily="34" charset="0"/>
              </a:rPr>
              <a:t>Advantage</a:t>
            </a:r>
            <a:endParaRPr lang="ko-KR" altLang="en-US" dirty="0">
              <a:latin typeface="Pretendard"/>
              <a:cs typeface="Arial" panose="020B0604020202020204" pitchFamily="34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2AEBE249-4E92-B11F-6A9E-4B72DCACBFF5}"/>
              </a:ext>
            </a:extLst>
          </p:cNvPr>
          <p:cNvSpPr txBox="1">
            <a:spLocks/>
          </p:cNvSpPr>
          <p:nvPr/>
        </p:nvSpPr>
        <p:spPr>
          <a:xfrm>
            <a:off x="596900" y="1459480"/>
            <a:ext cx="11210544" cy="40345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Pretendard"/>
                <a:cs typeface="Arial" panose="020B0604020202020204" pitchFamily="34" charset="0"/>
              </a:rPr>
              <a:t>실행력</a:t>
            </a:r>
            <a:endParaRPr lang="en-US" altLang="ko-KR" sz="3200" dirty="0">
              <a:latin typeface="Pretendard"/>
              <a:cs typeface="Arial" panose="020B0604020202020204" pitchFamily="34" charset="0"/>
            </a:endParaRP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"/>
                <a:cs typeface="Arial" panose="020B0604020202020204" pitchFamily="34" charset="0"/>
              </a:rPr>
              <a:t>문제를 실험</a:t>
            </a:r>
            <a:r>
              <a:rPr lang="en-US" altLang="ko-KR" sz="2400" dirty="0">
                <a:latin typeface="Pretendard"/>
                <a:cs typeface="Arial" panose="020B0604020202020204" pitchFamily="34" charset="0"/>
              </a:rPr>
              <a:t>·</a:t>
            </a:r>
            <a:r>
              <a:rPr lang="ko-KR" altLang="en-US" sz="2400" dirty="0">
                <a:latin typeface="Pretendard"/>
                <a:cs typeface="Arial" panose="020B0604020202020204" pitchFamily="34" charset="0"/>
              </a:rPr>
              <a:t>코드</a:t>
            </a:r>
            <a:r>
              <a:rPr lang="en-US" altLang="ko-KR" sz="2400" dirty="0">
                <a:latin typeface="Pretendard"/>
                <a:cs typeface="Arial" panose="020B0604020202020204" pitchFamily="34" charset="0"/>
              </a:rPr>
              <a:t>·</a:t>
            </a:r>
            <a:r>
              <a:rPr lang="ko-KR" altLang="en-US" sz="2400" dirty="0">
                <a:latin typeface="Pretendard"/>
                <a:cs typeface="Arial" panose="020B0604020202020204" pitchFamily="34" charset="0"/>
              </a:rPr>
              <a:t>검증까지 “돌아가는 </a:t>
            </a:r>
            <a:r>
              <a:rPr lang="ko-KR" altLang="en-US" sz="2400" dirty="0" err="1">
                <a:latin typeface="Pretendard"/>
                <a:cs typeface="Arial" panose="020B0604020202020204" pitchFamily="34" charset="0"/>
              </a:rPr>
              <a:t>형태”로</a:t>
            </a:r>
            <a:r>
              <a:rPr lang="ko-KR" altLang="en-US" sz="2400" dirty="0">
                <a:latin typeface="Pretendard"/>
                <a:cs typeface="Arial" panose="020B0604020202020204" pitchFamily="34" charset="0"/>
              </a:rPr>
              <a:t> 즉시 구현</a:t>
            </a:r>
            <a:endParaRPr lang="en-US" altLang="ko-KR" sz="2400" dirty="0">
              <a:latin typeface="Pretendard"/>
              <a:cs typeface="Arial" panose="020B0604020202020204" pitchFamily="34" charset="0"/>
            </a:endParaRPr>
          </a:p>
          <a:p>
            <a:pPr marL="857250" indent="-8572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Pretendard"/>
                <a:cs typeface="Arial" panose="020B0604020202020204" pitchFamily="34" charset="0"/>
              </a:rPr>
              <a:t>E2E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"/>
                <a:cs typeface="Arial" panose="020B0604020202020204" pitchFamily="34" charset="0"/>
              </a:rPr>
              <a:t>데이터 수집부터</a:t>
            </a:r>
            <a:r>
              <a:rPr lang="en-US" altLang="ko-KR" sz="2400" dirty="0">
                <a:latin typeface="Pretendard"/>
                <a:cs typeface="Arial" panose="020B0604020202020204" pitchFamily="34" charset="0"/>
              </a:rPr>
              <a:t>, FE, </a:t>
            </a:r>
            <a:r>
              <a:rPr lang="ko-KR" altLang="en-US" sz="2400" dirty="0">
                <a:latin typeface="Pretendard"/>
                <a:cs typeface="Arial" panose="020B0604020202020204" pitchFamily="34" charset="0"/>
              </a:rPr>
              <a:t>모델링</a:t>
            </a:r>
            <a:r>
              <a:rPr lang="en-US" altLang="ko-KR" sz="2400" dirty="0">
                <a:latin typeface="Pretendard"/>
                <a:cs typeface="Arial" panose="020B0604020202020204" pitchFamily="34" charset="0"/>
              </a:rPr>
              <a:t>, </a:t>
            </a:r>
            <a:r>
              <a:rPr lang="ko-KR" altLang="en-US" sz="2400" dirty="0">
                <a:latin typeface="Pretendard"/>
                <a:cs typeface="Arial" panose="020B0604020202020204" pitchFamily="34" charset="0"/>
              </a:rPr>
              <a:t>결과 분석까지 전 과정 구현</a:t>
            </a:r>
            <a:endParaRPr lang="en-US" altLang="ko-KR" sz="2400" dirty="0">
              <a:latin typeface="Pretendard"/>
              <a:cs typeface="Arial" panose="020B0604020202020204" pitchFamily="34" charset="0"/>
            </a:endParaRPr>
          </a:p>
          <a:p>
            <a:pPr marL="857250" indent="-8572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Pretendard"/>
                <a:cs typeface="Arial" panose="020B0604020202020204" pitchFamily="34" charset="0"/>
              </a:rPr>
              <a:t>결과 패키징</a:t>
            </a:r>
            <a:endParaRPr lang="en-US" altLang="ko-KR" sz="3200" dirty="0">
              <a:latin typeface="Pretendard"/>
              <a:cs typeface="Arial" panose="020B0604020202020204" pitchFamily="34" charset="0"/>
            </a:endParaRP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"/>
                <a:cs typeface="Arial" panose="020B0604020202020204" pitchFamily="34" charset="0"/>
              </a:rPr>
              <a:t>성능표</a:t>
            </a:r>
            <a:r>
              <a:rPr lang="en-US" altLang="ko-KR" sz="2400" dirty="0">
                <a:latin typeface="Pretendard"/>
                <a:cs typeface="Arial" panose="020B0604020202020204" pitchFamily="34" charset="0"/>
              </a:rPr>
              <a:t>·</a:t>
            </a:r>
            <a:r>
              <a:rPr lang="ko-KR" altLang="en-US" sz="2400" dirty="0">
                <a:latin typeface="Pretendard"/>
                <a:cs typeface="Arial" panose="020B0604020202020204" pitchFamily="34" charset="0"/>
              </a:rPr>
              <a:t>대표 시각화</a:t>
            </a:r>
            <a:r>
              <a:rPr lang="en-US" altLang="ko-KR" sz="2400" dirty="0">
                <a:latin typeface="Pretendard"/>
                <a:cs typeface="Arial" panose="020B0604020202020204" pitchFamily="34" charset="0"/>
              </a:rPr>
              <a:t>·XAI </a:t>
            </a:r>
            <a:r>
              <a:rPr lang="ko-KR" altLang="en-US" sz="2400" dirty="0">
                <a:latin typeface="Pretendard"/>
                <a:cs typeface="Arial" panose="020B0604020202020204" pitchFamily="34" charset="0"/>
              </a:rPr>
              <a:t>근거를 통해 설득력 있는 패키징</a:t>
            </a:r>
            <a:endParaRPr lang="en-US" altLang="ko-KR" sz="2400" dirty="0">
              <a:latin typeface="Pretendard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05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A5E0-8F08-55F4-A44D-4EE7DAAE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CA0D641-AAC7-4E0A-4D68-2F590868BD23}"/>
              </a:ext>
            </a:extLst>
          </p:cNvPr>
          <p:cNvSpPr txBox="1">
            <a:spLocks/>
          </p:cNvSpPr>
          <p:nvPr/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Pretendard"/>
                <a:cs typeface="Arial" panose="020B0604020202020204" pitchFamily="34" charset="0"/>
              </a:rPr>
              <a:t>Proposal</a:t>
            </a:r>
            <a:endParaRPr lang="ko-KR" altLang="en-US" dirty="0">
              <a:latin typeface="Pretendard"/>
              <a:cs typeface="Arial" panose="020B0604020202020204" pitchFamily="34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181DB70B-106D-7284-0C6A-97C3B0272897}"/>
              </a:ext>
            </a:extLst>
          </p:cNvPr>
          <p:cNvSpPr txBox="1">
            <a:spLocks/>
          </p:cNvSpPr>
          <p:nvPr/>
        </p:nvSpPr>
        <p:spPr>
          <a:xfrm>
            <a:off x="596900" y="1123806"/>
            <a:ext cx="11210544" cy="53035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Pretendard"/>
                <a:cs typeface="Arial" panose="020B0604020202020204" pitchFamily="34" charset="0"/>
              </a:rPr>
              <a:t>학술정보원 </a:t>
            </a:r>
            <a:r>
              <a:rPr lang="ko-KR" altLang="en-US" sz="3200" dirty="0" err="1">
                <a:latin typeface="Pretendard"/>
                <a:cs typeface="Arial" panose="020B0604020202020204" pitchFamily="34" charset="0"/>
              </a:rPr>
              <a:t>스터디룸</a:t>
            </a:r>
            <a:r>
              <a:rPr lang="ko-KR" altLang="en-US" sz="3200" dirty="0">
                <a:latin typeface="Pretendard"/>
                <a:cs typeface="Arial" panose="020B0604020202020204" pitchFamily="34" charset="0"/>
              </a:rPr>
              <a:t> 수요 예측 및 분석 시스템</a:t>
            </a:r>
            <a:endParaRPr lang="en-US" altLang="ko-KR" sz="3200" dirty="0">
              <a:latin typeface="Pretendard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Pretendard"/>
              </a:rPr>
              <a:t>Background &amp; Problem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/>
              </a:rPr>
              <a:t>기존 예약 시스템은 현재 잔여석만 확인 가능하고</a:t>
            </a:r>
            <a:r>
              <a:rPr lang="en-US" altLang="ko-KR" dirty="0">
                <a:latin typeface="Pretendard"/>
              </a:rPr>
              <a:t>, </a:t>
            </a:r>
            <a:r>
              <a:rPr lang="ko-KR" altLang="en-US" dirty="0">
                <a:latin typeface="Pretendard"/>
              </a:rPr>
              <a:t>특정 시간의 예약 가능성을 예측하기 어려움</a:t>
            </a:r>
            <a:endParaRPr lang="en-US" altLang="ko-KR" dirty="0">
              <a:latin typeface="Pretendard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Pretendard"/>
                <a:cs typeface="Arial" panose="020B0604020202020204" pitchFamily="34" charset="0"/>
              </a:rPr>
              <a:t>Pipeline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Pretendard"/>
                <a:cs typeface="Arial" panose="020B0604020202020204" pitchFamily="34" charset="0"/>
              </a:rPr>
              <a:t>Contribution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"/>
                <a:cs typeface="Arial" panose="020B0604020202020204" pitchFamily="34" charset="0"/>
              </a:rPr>
              <a:t>이용자에게 </a:t>
            </a:r>
            <a:r>
              <a:rPr lang="en-US" altLang="ko-KR" dirty="0">
                <a:latin typeface="Pretendard"/>
                <a:cs typeface="Arial" panose="020B0604020202020204" pitchFamily="34" charset="0"/>
              </a:rPr>
              <a:t>"</a:t>
            </a:r>
            <a:r>
              <a:rPr lang="ko-KR" altLang="en-US" dirty="0">
                <a:latin typeface="Pretendard"/>
                <a:cs typeface="Arial" panose="020B0604020202020204" pitchFamily="34" charset="0"/>
              </a:rPr>
              <a:t>시험 기간 </a:t>
            </a:r>
            <a:r>
              <a:rPr lang="en-US" altLang="ko-KR" dirty="0">
                <a:latin typeface="Pretendard"/>
                <a:cs typeface="Arial" panose="020B0604020202020204" pitchFamily="34" charset="0"/>
              </a:rPr>
              <a:t>/</a:t>
            </a:r>
            <a:r>
              <a:rPr lang="ko-KR" altLang="en-US" dirty="0">
                <a:latin typeface="Pretendard"/>
                <a:cs typeface="Arial" panose="020B0604020202020204" pitchFamily="34" charset="0"/>
              </a:rPr>
              <a:t> 축제 일정으로 인해 혼잡이 예상됨</a:t>
            </a:r>
            <a:r>
              <a:rPr lang="en-US" altLang="ko-KR" dirty="0">
                <a:latin typeface="Pretendard"/>
                <a:cs typeface="Arial" panose="020B0604020202020204" pitchFamily="34" charset="0"/>
              </a:rPr>
              <a:t>"</a:t>
            </a:r>
            <a:r>
              <a:rPr lang="ko-KR" altLang="en-US" dirty="0">
                <a:latin typeface="Pretendard"/>
                <a:cs typeface="Arial" panose="020B0604020202020204" pitchFamily="34" charset="0"/>
              </a:rPr>
              <a:t>과 같은 근거 있는 의사결정 지원</a:t>
            </a:r>
            <a:endParaRPr lang="en-US" altLang="ko-KR" dirty="0">
              <a:latin typeface="Pretendard"/>
              <a:cs typeface="Arial" panose="020B0604020202020204" pitchFamily="34" charset="0"/>
            </a:endParaRPr>
          </a:p>
        </p:txBody>
      </p:sp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7063C2A5-7492-EABC-FA74-41F88151EF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7048940"/>
              </p:ext>
            </p:extLst>
          </p:nvPr>
        </p:nvGraphicFramePr>
        <p:xfrm>
          <a:off x="384556" y="3197621"/>
          <a:ext cx="11477004" cy="2536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955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132</Words>
  <Application>Microsoft Office PowerPoint</Application>
  <PresentationFormat>와이드스크린</PresentationFormat>
  <Paragraphs>34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Pretend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한지원</dc:creator>
  <cp:lastModifiedBy>한지원</cp:lastModifiedBy>
  <cp:revision>2</cp:revision>
  <dcterms:created xsi:type="dcterms:W3CDTF">2026-01-07T05:44:04Z</dcterms:created>
  <dcterms:modified xsi:type="dcterms:W3CDTF">2026-01-07T07:09:07Z</dcterms:modified>
</cp:coreProperties>
</file>