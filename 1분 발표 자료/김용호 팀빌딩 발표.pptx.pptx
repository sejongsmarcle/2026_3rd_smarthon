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</p:sldIdLst>
  <p:sldSz cx="24384000" cy="13716000"/>
  <p:notesSz cx="6858000" cy="9144000"/>
  <p:embeddedFontLst>
    <p:embeddedFont>
      <p:font typeface="Pretendard Bold" panose="020B0600000101010101" charset="-127"/>
      <p:bold r:id="rId5"/>
    </p:embeddedFont>
    <p:embeddedFont>
      <p:font typeface="Pretendard Regular" panose="020B0600000101010101" charset="-127"/>
      <p:regular r:id="rId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6" d="100"/>
          <a:sy n="46" d="100"/>
        </p:scale>
        <p:origin x="307" y="3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5" Type="http://schemas.openxmlformats.org/officeDocument/2006/relationships/font" Target="fonts/font1.fntdata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33500" y="1104900"/>
            <a:ext cx="6007100" cy="12319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ko-KR" sz="6940" b="0" i="0" u="none" strike="noStrike">
                <a:solidFill>
                  <a:srgbClr val="000000"/>
                </a:solidFill>
                <a:ea typeface="Pretendard Bold"/>
              </a:rPr>
              <a:t>본인이</a:t>
            </a:r>
            <a:r>
              <a:rPr lang="en-US" sz="694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6940" b="0" i="0" u="none" strike="noStrike">
                <a:solidFill>
                  <a:srgbClr val="000000"/>
                </a:solidFill>
                <a:ea typeface="Pretendard Bold"/>
              </a:rPr>
              <a:t>가진</a:t>
            </a:r>
            <a:r>
              <a:rPr lang="en-US" sz="694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6940" b="0" i="0" u="none" strike="noStrike">
                <a:solidFill>
                  <a:srgbClr val="000000"/>
                </a:solidFill>
                <a:ea typeface="Pretendard Bold"/>
              </a:rPr>
              <a:t>강점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333500" y="3543300"/>
            <a:ext cx="12014200" cy="8382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ko-KR" sz="4740" b="0" i="0" u="none" strike="noStrike">
                <a:solidFill>
                  <a:srgbClr val="000000"/>
                </a:solidFill>
                <a:ea typeface="Pretendard Regular"/>
              </a:rPr>
              <a:t>피드백받는것에</a:t>
            </a:r>
            <a:r>
              <a:rPr lang="en-US" sz="474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740" b="0" i="0" u="none" strike="noStrike">
                <a:solidFill>
                  <a:srgbClr val="000000"/>
                </a:solidFill>
                <a:ea typeface="Pretendard Regular"/>
              </a:rPr>
              <a:t>거리낌</a:t>
            </a:r>
            <a:r>
              <a:rPr lang="en-US" sz="474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740" b="0" i="0" u="none" strike="noStrike">
                <a:solidFill>
                  <a:srgbClr val="000000"/>
                </a:solidFill>
                <a:ea typeface="Pretendard Regular"/>
              </a:rPr>
              <a:t>없고</a:t>
            </a:r>
            <a:r>
              <a:rPr lang="en-US" sz="474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740" b="0" i="0" u="none" strike="noStrike">
                <a:solidFill>
                  <a:srgbClr val="000000"/>
                </a:solidFill>
                <a:ea typeface="Pretendard Regular"/>
              </a:rPr>
              <a:t>최대한</a:t>
            </a:r>
            <a:r>
              <a:rPr lang="en-US" sz="474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740" b="0" i="0" u="none" strike="noStrike">
                <a:solidFill>
                  <a:srgbClr val="000000"/>
                </a:solidFill>
                <a:ea typeface="Pretendard Regular"/>
              </a:rPr>
              <a:t>반영</a:t>
            </a:r>
            <a:r>
              <a:rPr lang="en-US" sz="474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740" b="0" i="0" u="none" strike="noStrike">
                <a:solidFill>
                  <a:srgbClr val="000000"/>
                </a:solidFill>
                <a:ea typeface="Pretendard Regular"/>
              </a:rPr>
              <a:t>하려는</a:t>
            </a:r>
            <a:r>
              <a:rPr lang="en-US" sz="4740" b="0" i="0" u="none" strike="noStrike">
                <a:solidFill>
                  <a:srgbClr val="000000"/>
                </a:solidFill>
                <a:latin typeface="Pretendard Regular"/>
              </a:rPr>
              <a:t> </a:t>
            </a:r>
            <a:r>
              <a:rPr lang="ko-KR" sz="4740" b="0" i="0" u="none" strike="noStrike">
                <a:solidFill>
                  <a:srgbClr val="000000"/>
                </a:solidFill>
                <a:ea typeface="Pretendard Regular"/>
              </a:rPr>
              <a:t>편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333500" y="6019800"/>
            <a:ext cx="12166600" cy="8382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ko-KR" sz="4740" b="0" i="0" u="none" strike="noStrike">
                <a:solidFill>
                  <a:srgbClr val="000000"/>
                </a:solidFill>
                <a:ea typeface="Pretendard Regular"/>
              </a:rPr>
              <a:t>막히는</a:t>
            </a:r>
            <a:r>
              <a:rPr lang="en-US" sz="474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740" b="0" i="0" u="none" strike="noStrike">
                <a:solidFill>
                  <a:srgbClr val="000000"/>
                </a:solidFill>
                <a:ea typeface="Pretendard Regular"/>
              </a:rPr>
              <a:t>부분</a:t>
            </a:r>
            <a:r>
              <a:rPr lang="en-US" sz="474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740" b="0" i="0" u="none" strike="noStrike">
                <a:solidFill>
                  <a:srgbClr val="000000"/>
                </a:solidFill>
                <a:ea typeface="Pretendard Regular"/>
              </a:rPr>
              <a:t>포기하지</a:t>
            </a:r>
            <a:r>
              <a:rPr lang="en-US" sz="474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740" b="0" i="0" u="none" strike="noStrike">
                <a:solidFill>
                  <a:srgbClr val="000000"/>
                </a:solidFill>
                <a:ea typeface="Pretendard Regular"/>
              </a:rPr>
              <a:t>않고</a:t>
            </a:r>
            <a:r>
              <a:rPr lang="en-US" sz="474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740" b="0" i="0" u="none" strike="noStrike">
                <a:solidFill>
                  <a:srgbClr val="000000"/>
                </a:solidFill>
                <a:ea typeface="Pretendard Regular"/>
              </a:rPr>
              <a:t>끝까지</a:t>
            </a:r>
            <a:r>
              <a:rPr lang="en-US" sz="474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740" b="0" i="0" u="none" strike="noStrike">
                <a:solidFill>
                  <a:srgbClr val="000000"/>
                </a:solidFill>
                <a:ea typeface="Pretendard Regular"/>
              </a:rPr>
              <a:t>해결</a:t>
            </a:r>
            <a:r>
              <a:rPr lang="en-US" sz="474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740" b="0" i="0" u="none" strike="noStrike">
                <a:solidFill>
                  <a:srgbClr val="000000"/>
                </a:solidFill>
                <a:ea typeface="Pretendard Regular"/>
              </a:rPr>
              <a:t>하려는</a:t>
            </a:r>
            <a:r>
              <a:rPr lang="en-US" sz="474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740" b="0" i="0" u="none" strike="noStrike">
                <a:solidFill>
                  <a:srgbClr val="000000"/>
                </a:solidFill>
                <a:ea typeface="Pretendard Regular"/>
              </a:rPr>
              <a:t>의지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57300" y="8483600"/>
            <a:ext cx="5473700" cy="8382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ko-KR" sz="4740" b="0" i="0" u="none" strike="noStrike">
                <a:solidFill>
                  <a:srgbClr val="000000"/>
                </a:solidFill>
                <a:ea typeface="Pretendard Regular"/>
              </a:rPr>
              <a:t>뛰어난</a:t>
            </a:r>
            <a:r>
              <a:rPr lang="en-US" sz="474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740" b="0" i="0" u="none" strike="noStrike">
                <a:solidFill>
                  <a:srgbClr val="000000"/>
                </a:solidFill>
                <a:ea typeface="Pretendard Regular"/>
              </a:rPr>
              <a:t>의사</a:t>
            </a:r>
            <a:r>
              <a:rPr lang="en-US" sz="474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740" b="0" i="0" u="none" strike="noStrike">
                <a:solidFill>
                  <a:srgbClr val="000000"/>
                </a:solidFill>
                <a:ea typeface="Pretendard Regular"/>
              </a:rPr>
              <a:t>소통</a:t>
            </a:r>
            <a:r>
              <a:rPr lang="en-US" sz="474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740" b="0" i="0" u="none" strike="noStrike">
                <a:solidFill>
                  <a:srgbClr val="000000"/>
                </a:solidFill>
                <a:ea typeface="Pretendard Regular"/>
              </a:rPr>
              <a:t>능력</a:t>
            </a:r>
            <a:r>
              <a:rPr lang="en-US" sz="4740" b="0" i="0" u="none" strike="noStrike">
                <a:solidFill>
                  <a:srgbClr val="000000"/>
                </a:solidFill>
                <a:latin typeface="Pretendard Regular"/>
              </a:rPr>
              <a:t> 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33500" y="1104900"/>
            <a:ext cx="6007100" cy="12319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ko-KR" sz="6940" b="0" i="0" u="none" strike="noStrike">
                <a:solidFill>
                  <a:srgbClr val="000000"/>
                </a:solidFill>
                <a:ea typeface="Pretendard Bold"/>
              </a:rPr>
              <a:t>본인이</a:t>
            </a:r>
            <a:r>
              <a:rPr lang="en-US" sz="694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6940" b="0" i="0" u="none" strike="noStrike">
                <a:solidFill>
                  <a:srgbClr val="000000"/>
                </a:solidFill>
                <a:ea typeface="Pretendard Bold"/>
              </a:rPr>
              <a:t>가진</a:t>
            </a:r>
            <a:r>
              <a:rPr lang="en-US" sz="694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6940" b="0" i="0" u="none" strike="noStrike">
                <a:solidFill>
                  <a:srgbClr val="000000"/>
                </a:solidFill>
                <a:ea typeface="Pretendard Bold"/>
              </a:rPr>
              <a:t>경험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333500" y="3543300"/>
            <a:ext cx="12471400" cy="8382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ko-KR" sz="4740" b="0" i="0" u="none" strike="noStrike">
                <a:solidFill>
                  <a:srgbClr val="000000"/>
                </a:solidFill>
                <a:ea typeface="Pretendard Regular"/>
              </a:rPr>
              <a:t>고등학교</a:t>
            </a:r>
            <a:r>
              <a:rPr lang="en-US" sz="474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740" b="0" i="0" u="none" strike="noStrike">
                <a:solidFill>
                  <a:srgbClr val="000000"/>
                </a:solidFill>
                <a:ea typeface="Pretendard Regular"/>
              </a:rPr>
              <a:t>팀</a:t>
            </a:r>
            <a:r>
              <a:rPr lang="en-US" sz="474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740" b="0" i="0" u="none" strike="noStrike">
                <a:solidFill>
                  <a:srgbClr val="000000"/>
                </a:solidFill>
                <a:ea typeface="Pretendard Regular"/>
              </a:rPr>
              <a:t>프로젝트로</a:t>
            </a:r>
            <a:r>
              <a:rPr lang="en-US" sz="474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740" b="0" i="0" u="none" strike="noStrike">
                <a:solidFill>
                  <a:srgbClr val="000000"/>
                </a:solidFill>
                <a:ea typeface="Pretendard Regular"/>
              </a:rPr>
              <a:t>음악</a:t>
            </a:r>
            <a:r>
              <a:rPr lang="en-US" sz="474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740" b="0" i="0" u="none" strike="noStrike">
                <a:solidFill>
                  <a:srgbClr val="000000"/>
                </a:solidFill>
                <a:ea typeface="Pretendard Regular"/>
              </a:rPr>
              <a:t>분류</a:t>
            </a:r>
            <a:r>
              <a:rPr lang="en-US" sz="474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740" b="0" i="0" u="none" strike="noStrike">
                <a:solidFill>
                  <a:srgbClr val="000000"/>
                </a:solidFill>
                <a:ea typeface="Pretendard Regular"/>
              </a:rPr>
              <a:t>및</a:t>
            </a:r>
            <a:r>
              <a:rPr lang="en-US" sz="474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740" b="0" i="0" u="none" strike="noStrike">
                <a:solidFill>
                  <a:srgbClr val="000000"/>
                </a:solidFill>
                <a:ea typeface="Pretendard Regular"/>
              </a:rPr>
              <a:t>추천</a:t>
            </a:r>
            <a:r>
              <a:rPr lang="en-US" sz="474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740" b="0" i="0" u="none" strike="noStrike">
                <a:solidFill>
                  <a:srgbClr val="000000"/>
                </a:solidFill>
                <a:ea typeface="Pretendard Regular"/>
              </a:rPr>
              <a:t>어플</a:t>
            </a:r>
            <a:r>
              <a:rPr lang="en-US" sz="474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740" b="0" i="0" u="none" strike="noStrike">
                <a:solidFill>
                  <a:srgbClr val="000000"/>
                </a:solidFill>
                <a:ea typeface="Pretendard Regular"/>
              </a:rPr>
              <a:t>제작</a:t>
            </a:r>
            <a:r>
              <a:rPr lang="en-US" sz="4740" b="0" i="0" u="none" strike="noStrike">
                <a:solidFill>
                  <a:srgbClr val="000000"/>
                </a:solidFill>
                <a:latin typeface="Pretendard Regular"/>
              </a:rPr>
              <a:t> 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333500" y="6019800"/>
            <a:ext cx="17411700" cy="8382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-US" sz="4740" b="0" i="0" u="none" strike="noStrike">
                <a:solidFill>
                  <a:srgbClr val="000000"/>
                </a:solidFill>
                <a:latin typeface="Pretendard Regular"/>
              </a:rPr>
              <a:t>pygame </a:t>
            </a:r>
            <a:r>
              <a:rPr lang="ko-KR" sz="4740" b="0" i="0" u="none" strike="noStrike">
                <a:solidFill>
                  <a:srgbClr val="000000"/>
                </a:solidFill>
                <a:ea typeface="Pretendard Regular"/>
              </a:rPr>
              <a:t>창작</a:t>
            </a:r>
            <a:r>
              <a:rPr lang="en-US" sz="474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740" b="0" i="0" u="none" strike="noStrike">
                <a:solidFill>
                  <a:srgbClr val="000000"/>
                </a:solidFill>
                <a:ea typeface="Pretendard Regular"/>
              </a:rPr>
              <a:t>프로젝트를</a:t>
            </a:r>
            <a:r>
              <a:rPr lang="en-US" sz="474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740" b="0" i="0" u="none" strike="noStrike">
                <a:solidFill>
                  <a:srgbClr val="000000"/>
                </a:solidFill>
                <a:ea typeface="Pretendard Regular"/>
              </a:rPr>
              <a:t>하며</a:t>
            </a:r>
            <a:r>
              <a:rPr lang="en-US" sz="474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740" b="0" i="0" u="none" strike="noStrike">
                <a:solidFill>
                  <a:srgbClr val="000000"/>
                </a:solidFill>
                <a:ea typeface="Pretendard Regular"/>
              </a:rPr>
              <a:t>게임</a:t>
            </a:r>
            <a:r>
              <a:rPr lang="en-US" sz="474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740" b="0" i="0" u="none" strike="noStrike">
                <a:solidFill>
                  <a:srgbClr val="000000"/>
                </a:solidFill>
                <a:ea typeface="Pretendard Regular"/>
              </a:rPr>
              <a:t>루프</a:t>
            </a:r>
            <a:r>
              <a:rPr lang="en-US" sz="4740" b="0" i="0" u="none" strike="noStrike">
                <a:solidFill>
                  <a:srgbClr val="000000"/>
                </a:solidFill>
                <a:latin typeface="Pretendard Regular"/>
              </a:rPr>
              <a:t>,</a:t>
            </a:r>
            <a:r>
              <a:rPr lang="ko-KR" sz="4740" b="0" i="0" u="none" strike="noStrike">
                <a:solidFill>
                  <a:srgbClr val="000000"/>
                </a:solidFill>
                <a:ea typeface="Pretendard Regular"/>
              </a:rPr>
              <a:t>키보드입력</a:t>
            </a:r>
            <a:r>
              <a:rPr lang="en-US" sz="4740" b="0" i="0" u="none" strike="noStrike">
                <a:solidFill>
                  <a:srgbClr val="000000"/>
                </a:solidFill>
                <a:latin typeface="Pretendard Regular"/>
              </a:rPr>
              <a:t>,</a:t>
            </a:r>
            <a:r>
              <a:rPr lang="ko-KR" sz="4740" b="0" i="0" u="none" strike="noStrike">
                <a:solidFill>
                  <a:srgbClr val="000000"/>
                </a:solidFill>
                <a:ea typeface="Pretendard Regular"/>
              </a:rPr>
              <a:t>이벤트</a:t>
            </a:r>
            <a:r>
              <a:rPr lang="en-US" sz="474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740" b="0" i="0" u="none" strike="noStrike">
                <a:solidFill>
                  <a:srgbClr val="000000"/>
                </a:solidFill>
                <a:ea typeface="Pretendard Regular"/>
              </a:rPr>
              <a:t>처리등</a:t>
            </a:r>
            <a:r>
              <a:rPr lang="en-US" sz="474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740" b="0" i="0" u="none" strike="noStrike">
                <a:solidFill>
                  <a:srgbClr val="000000"/>
                </a:solidFill>
                <a:ea typeface="Pretendard Regular"/>
              </a:rPr>
              <a:t>구현</a:t>
            </a:r>
            <a:r>
              <a:rPr lang="en-US" sz="4740" b="0" i="0" u="none" strike="noStrike">
                <a:solidFill>
                  <a:srgbClr val="000000"/>
                </a:solidFill>
                <a:latin typeface="Pretendard Regular"/>
              </a:rPr>
              <a:t>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33500" y="1104900"/>
            <a:ext cx="9461500" cy="12319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ko-KR" sz="6940" b="0" i="0" u="none" strike="noStrike">
                <a:solidFill>
                  <a:srgbClr val="000000"/>
                </a:solidFill>
                <a:ea typeface="Pretendard Bold"/>
              </a:rPr>
              <a:t>포인트제</a:t>
            </a:r>
            <a:r>
              <a:rPr lang="en-US" sz="694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6940" b="0" i="0" u="none" strike="noStrike">
                <a:solidFill>
                  <a:srgbClr val="000000"/>
                </a:solidFill>
                <a:ea typeface="Pretendard Bold"/>
              </a:rPr>
              <a:t>물건</a:t>
            </a:r>
            <a:r>
              <a:rPr lang="en-US" sz="694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6940" b="0" i="0" u="none" strike="noStrike">
                <a:solidFill>
                  <a:srgbClr val="000000"/>
                </a:solidFill>
                <a:ea typeface="Pretendard Bold"/>
              </a:rPr>
              <a:t>공유</a:t>
            </a:r>
            <a:r>
              <a:rPr lang="en-US" sz="694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6940" b="0" i="0" u="none" strike="noStrike">
                <a:solidFill>
                  <a:srgbClr val="000000"/>
                </a:solidFill>
                <a:ea typeface="Pretendard Bold"/>
              </a:rPr>
              <a:t>플랫폼</a:t>
            </a:r>
            <a:r>
              <a:rPr lang="en-US" sz="6940" b="0" i="0" u="none" strike="noStrike">
                <a:solidFill>
                  <a:srgbClr val="000000"/>
                </a:solidFill>
                <a:latin typeface="Pretendard Bold"/>
              </a:rPr>
              <a:t> 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333500" y="3124200"/>
            <a:ext cx="17678400" cy="8382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ko-KR" sz="4740" b="0" i="0" u="none" strike="noStrike" dirty="0">
                <a:solidFill>
                  <a:srgbClr val="000000"/>
                </a:solidFill>
                <a:ea typeface="Pretendard Regular"/>
              </a:rPr>
              <a:t>공학용</a:t>
            </a:r>
            <a:r>
              <a:rPr lang="en-US" sz="4740" b="0" i="0" u="none" strike="noStrike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740" b="0" i="0" u="none" strike="noStrike" dirty="0">
                <a:solidFill>
                  <a:srgbClr val="000000"/>
                </a:solidFill>
                <a:ea typeface="Pretendard Regular"/>
              </a:rPr>
              <a:t>계산기</a:t>
            </a:r>
            <a:r>
              <a:rPr lang="en-US" sz="4740" b="0" i="0" u="none" strike="noStrike" dirty="0">
                <a:solidFill>
                  <a:srgbClr val="000000"/>
                </a:solidFill>
                <a:latin typeface="Pretendard Regular"/>
              </a:rPr>
              <a:t>,</a:t>
            </a:r>
            <a:r>
              <a:rPr lang="ko-KR" sz="4740" b="0" i="0" u="none" strike="noStrike" dirty="0" err="1">
                <a:solidFill>
                  <a:srgbClr val="000000"/>
                </a:solidFill>
                <a:ea typeface="Pretendard Regular"/>
              </a:rPr>
              <a:t>줄자등</a:t>
            </a:r>
            <a:r>
              <a:rPr lang="en-US" sz="4740" b="0" i="0" u="none" strike="noStrike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740" b="0" i="0" u="none" strike="noStrike" dirty="0">
                <a:solidFill>
                  <a:srgbClr val="000000"/>
                </a:solidFill>
                <a:ea typeface="Pretendard Regular"/>
              </a:rPr>
              <a:t>사기엔</a:t>
            </a:r>
            <a:r>
              <a:rPr lang="en-US" sz="4740" b="0" i="0" u="none" strike="noStrike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740" b="0" i="0" u="none" strike="noStrike" dirty="0">
                <a:solidFill>
                  <a:srgbClr val="000000"/>
                </a:solidFill>
                <a:ea typeface="Pretendard Regular"/>
              </a:rPr>
              <a:t>아깝거나</a:t>
            </a:r>
            <a:r>
              <a:rPr lang="en-US" sz="4740" b="0" i="0" u="none" strike="noStrike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740" b="0" i="0" u="none" strike="noStrike" dirty="0">
                <a:solidFill>
                  <a:srgbClr val="000000"/>
                </a:solidFill>
                <a:ea typeface="Pretendard Regular"/>
              </a:rPr>
              <a:t>일시적일</a:t>
            </a:r>
            <a:r>
              <a:rPr lang="en-US" sz="4740" b="0" i="0" u="none" strike="noStrike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740" b="0" i="0" u="none" strike="noStrike" dirty="0">
                <a:solidFill>
                  <a:srgbClr val="000000"/>
                </a:solidFill>
                <a:ea typeface="Pretendard Regular"/>
              </a:rPr>
              <a:t>때만</a:t>
            </a:r>
            <a:r>
              <a:rPr lang="en-US" sz="4740" b="0" i="0" u="none" strike="noStrike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740" b="0" i="0" u="none" strike="noStrike" dirty="0">
                <a:solidFill>
                  <a:srgbClr val="000000"/>
                </a:solidFill>
                <a:ea typeface="Pretendard Regular"/>
              </a:rPr>
              <a:t>필요한</a:t>
            </a:r>
            <a:r>
              <a:rPr lang="en-US" sz="4740" b="0" i="0" u="none" strike="noStrike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740" b="0" i="0" u="none" strike="noStrike" dirty="0">
                <a:solidFill>
                  <a:srgbClr val="000000"/>
                </a:solidFill>
                <a:ea typeface="Pretendard Regular"/>
              </a:rPr>
              <a:t>물건들이</a:t>
            </a:r>
            <a:r>
              <a:rPr lang="en-US" altLang="ko-KR" sz="4740" b="0" i="0" u="none" strike="noStrike" dirty="0">
                <a:solidFill>
                  <a:srgbClr val="000000"/>
                </a:solidFill>
                <a:ea typeface="Pretendard Regular"/>
              </a:rPr>
              <a:t> </a:t>
            </a:r>
            <a:r>
              <a:rPr lang="ko-KR" altLang="en-US" sz="4740" b="0" i="0" u="none" strike="noStrike" dirty="0">
                <a:solidFill>
                  <a:srgbClr val="000000"/>
                </a:solidFill>
                <a:ea typeface="Pretendard Regular"/>
              </a:rPr>
              <a:t>있음</a:t>
            </a:r>
            <a:endParaRPr lang="ko-KR" sz="4740" b="0" i="0" u="none" strike="noStrike" dirty="0">
              <a:solidFill>
                <a:srgbClr val="000000"/>
              </a:solidFill>
              <a:ea typeface="Pretendard Regular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333500" y="4749800"/>
            <a:ext cx="19773900" cy="8382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ko-KR" sz="4740" b="0" i="0" u="none" strike="noStrike" dirty="0">
                <a:solidFill>
                  <a:srgbClr val="000000"/>
                </a:solidFill>
                <a:ea typeface="Pretendard Regular"/>
              </a:rPr>
              <a:t>공유</a:t>
            </a:r>
            <a:r>
              <a:rPr lang="en-US" sz="4740" b="0" i="0" u="none" strike="noStrike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740" b="0" i="0" u="none" strike="noStrike" dirty="0">
                <a:solidFill>
                  <a:srgbClr val="000000"/>
                </a:solidFill>
                <a:ea typeface="Pretendard Regular"/>
              </a:rPr>
              <a:t>서비스를</a:t>
            </a:r>
            <a:r>
              <a:rPr lang="en-US" sz="4740" b="0" i="0" u="none" strike="noStrike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740" b="0" i="0" u="none" strike="noStrike" dirty="0">
                <a:solidFill>
                  <a:srgbClr val="000000"/>
                </a:solidFill>
                <a:ea typeface="Pretendard Regular"/>
              </a:rPr>
              <a:t>활용하면</a:t>
            </a:r>
            <a:r>
              <a:rPr lang="en-US" sz="4740" b="0" i="0" u="none" strike="noStrike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740" b="0" i="0" u="none" strike="noStrike" dirty="0">
                <a:solidFill>
                  <a:srgbClr val="000000"/>
                </a:solidFill>
                <a:ea typeface="Pretendard Regular"/>
              </a:rPr>
              <a:t>되지만</a:t>
            </a:r>
            <a:r>
              <a:rPr lang="en-US" sz="4740" b="0" i="0" u="none" strike="noStrike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740" b="0" i="0" u="none" strike="noStrike" dirty="0">
                <a:solidFill>
                  <a:srgbClr val="000000"/>
                </a:solidFill>
                <a:ea typeface="Pretendard Regular"/>
              </a:rPr>
              <a:t>물건을</a:t>
            </a:r>
            <a:r>
              <a:rPr lang="en-US" sz="4740" b="0" i="0" u="none" strike="noStrike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740" b="0" i="0" u="none" strike="noStrike" dirty="0">
                <a:solidFill>
                  <a:srgbClr val="000000"/>
                </a:solidFill>
                <a:ea typeface="Pretendard Regular"/>
              </a:rPr>
              <a:t>빌려주는</a:t>
            </a:r>
            <a:r>
              <a:rPr lang="en-US" sz="4740" b="0" i="0" u="none" strike="noStrike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740" b="0" i="0" u="none" strike="noStrike" dirty="0">
                <a:solidFill>
                  <a:srgbClr val="000000"/>
                </a:solidFill>
                <a:ea typeface="Pretendard Regular"/>
              </a:rPr>
              <a:t>입장에서</a:t>
            </a:r>
            <a:r>
              <a:rPr lang="en-US" sz="4740" b="0" i="0" u="none" strike="noStrike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740" b="0" i="0" u="none" strike="noStrike" dirty="0">
                <a:solidFill>
                  <a:srgbClr val="000000"/>
                </a:solidFill>
                <a:ea typeface="Pretendard Regular"/>
              </a:rPr>
              <a:t>매력적인</a:t>
            </a:r>
            <a:r>
              <a:rPr lang="en-US" sz="4740" b="0" i="0" u="none" strike="noStrike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740" b="0" i="0" u="none" strike="noStrike" dirty="0">
                <a:solidFill>
                  <a:srgbClr val="000000"/>
                </a:solidFill>
                <a:ea typeface="Pretendard Regular"/>
              </a:rPr>
              <a:t>유인책이</a:t>
            </a:r>
            <a:r>
              <a:rPr lang="en-US" altLang="ko-KR" sz="4740" dirty="0">
                <a:solidFill>
                  <a:srgbClr val="000000"/>
                </a:solidFill>
                <a:latin typeface="Pretendard Regular"/>
                <a:ea typeface="Pretendard Regular"/>
              </a:rPr>
              <a:t> </a:t>
            </a:r>
            <a:r>
              <a:rPr lang="ko-KR" altLang="en-US" sz="4740" dirty="0">
                <a:solidFill>
                  <a:srgbClr val="000000"/>
                </a:solidFill>
                <a:latin typeface="Pretendard Regular"/>
                <a:ea typeface="Pretendard Regular"/>
              </a:rPr>
              <a:t>없음</a:t>
            </a:r>
            <a:r>
              <a:rPr lang="en-US" sz="4740" b="0" i="0" u="none" strike="noStrike" dirty="0">
                <a:solidFill>
                  <a:srgbClr val="000000"/>
                </a:solidFill>
                <a:latin typeface="Pretendard Regular"/>
              </a:rPr>
              <a:t> 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333500" y="6375400"/>
            <a:ext cx="20231100" cy="8382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ko-KR" sz="4740" b="0" i="0" u="none" strike="noStrike" dirty="0">
                <a:solidFill>
                  <a:srgbClr val="000000"/>
                </a:solidFill>
                <a:ea typeface="Pretendard Regular"/>
              </a:rPr>
              <a:t>따라서</a:t>
            </a:r>
            <a:r>
              <a:rPr lang="en-US" sz="4740" b="0" i="0" u="none" strike="noStrike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740" b="0" i="0" u="none" strike="noStrike" dirty="0">
                <a:solidFill>
                  <a:srgbClr val="000000"/>
                </a:solidFill>
                <a:ea typeface="Pretendard Regular"/>
              </a:rPr>
              <a:t>누군가에게</a:t>
            </a:r>
            <a:r>
              <a:rPr lang="en-US" sz="4740" b="0" i="0" u="none" strike="noStrike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740" b="0" i="0" u="none" strike="noStrike" dirty="0">
                <a:solidFill>
                  <a:srgbClr val="000000"/>
                </a:solidFill>
                <a:ea typeface="Pretendard Regular"/>
              </a:rPr>
              <a:t>대여를</a:t>
            </a:r>
            <a:r>
              <a:rPr lang="en-US" sz="4740" b="0" i="0" u="none" strike="noStrike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740" b="0" i="0" u="none" strike="noStrike" dirty="0">
                <a:solidFill>
                  <a:srgbClr val="000000"/>
                </a:solidFill>
                <a:ea typeface="Pretendard Regular"/>
              </a:rPr>
              <a:t>해주면</a:t>
            </a:r>
            <a:r>
              <a:rPr lang="en-US" sz="4740" b="0" i="0" u="none" strike="noStrike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740" b="0" i="0" u="none" strike="noStrike" dirty="0">
                <a:solidFill>
                  <a:srgbClr val="000000"/>
                </a:solidFill>
                <a:ea typeface="Pretendard Regular"/>
              </a:rPr>
              <a:t>포인트를</a:t>
            </a:r>
            <a:r>
              <a:rPr lang="en-US" sz="4740" b="0" i="0" u="none" strike="noStrike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740" b="0" i="0" u="none" strike="noStrike" dirty="0">
                <a:solidFill>
                  <a:srgbClr val="000000"/>
                </a:solidFill>
                <a:ea typeface="Pretendard Regular"/>
              </a:rPr>
              <a:t>얻고</a:t>
            </a:r>
            <a:r>
              <a:rPr lang="en-US" sz="4740" b="0" i="0" u="none" strike="noStrike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740" b="0" i="0" u="none" strike="noStrike" dirty="0">
                <a:solidFill>
                  <a:srgbClr val="000000"/>
                </a:solidFill>
                <a:ea typeface="Pretendard Regular"/>
              </a:rPr>
              <a:t>상품이나</a:t>
            </a:r>
            <a:r>
              <a:rPr lang="en-US" sz="4740" b="0" i="0" u="none" strike="noStrike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740" b="0" i="0" u="none" strike="noStrike" dirty="0">
                <a:solidFill>
                  <a:srgbClr val="000000"/>
                </a:solidFill>
                <a:ea typeface="Pretendard Regular"/>
              </a:rPr>
              <a:t>이벤트</a:t>
            </a:r>
            <a:r>
              <a:rPr lang="en-US" sz="4740" b="0" i="0" u="none" strike="noStrike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740" b="0" i="0" u="none" strike="noStrike" dirty="0">
                <a:solidFill>
                  <a:srgbClr val="000000"/>
                </a:solidFill>
                <a:ea typeface="Pretendard Regular"/>
              </a:rPr>
              <a:t>참여의</a:t>
            </a:r>
            <a:r>
              <a:rPr lang="en-US" sz="4740" b="0" i="0" u="none" strike="noStrike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740" b="0" i="0" u="none" strike="noStrike" dirty="0">
                <a:solidFill>
                  <a:srgbClr val="000000"/>
                </a:solidFill>
                <a:ea typeface="Pretendard Regular"/>
              </a:rPr>
              <a:t>재화로</a:t>
            </a:r>
            <a:r>
              <a:rPr lang="en-US" sz="4740" b="0" i="0" u="none" strike="noStrike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740" b="0" i="0" u="none" strike="noStrike" dirty="0">
                <a:solidFill>
                  <a:srgbClr val="000000"/>
                </a:solidFill>
                <a:ea typeface="Pretendard Regular"/>
              </a:rPr>
              <a:t>사용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33500" y="7594600"/>
            <a:ext cx="3517900" cy="12319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ko-KR" sz="6940" b="0" i="0" u="none" strike="noStrike" dirty="0">
                <a:solidFill>
                  <a:srgbClr val="000000"/>
                </a:solidFill>
                <a:ea typeface="Pretendard Bold"/>
              </a:rPr>
              <a:t>필요인원</a:t>
            </a:r>
            <a:r>
              <a:rPr lang="en-US" sz="6940" b="0" i="0" u="none" strike="noStrike" dirty="0">
                <a:solidFill>
                  <a:srgbClr val="000000"/>
                </a:solidFill>
                <a:latin typeface="Pretendard Bold"/>
              </a:rPr>
              <a:t> 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33500" y="9207500"/>
            <a:ext cx="2324100" cy="7493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-US" sz="4207" b="0" i="0" u="none" strike="noStrike" dirty="0">
                <a:solidFill>
                  <a:srgbClr val="000000"/>
                </a:solidFill>
                <a:latin typeface="Pretendard Regular"/>
              </a:rPr>
              <a:t>3</a:t>
            </a:r>
            <a:r>
              <a:rPr lang="ko-KR" sz="4207" b="0" i="0" u="none" strike="noStrike" dirty="0">
                <a:solidFill>
                  <a:srgbClr val="000000"/>
                </a:solidFill>
                <a:ea typeface="Pretendard Regular"/>
              </a:rPr>
              <a:t>명</a:t>
            </a:r>
            <a:r>
              <a:rPr lang="en-US" sz="4207" b="0" i="0" u="none" strike="noStrike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07" b="0" i="0" u="none" strike="noStrike" dirty="0">
                <a:solidFill>
                  <a:srgbClr val="000000"/>
                </a:solidFill>
                <a:ea typeface="Pretendard Regular"/>
              </a:rPr>
              <a:t>내외</a:t>
            </a:r>
            <a:r>
              <a:rPr lang="en-US" sz="4207" b="0" i="0" u="none" strike="noStrike" dirty="0">
                <a:solidFill>
                  <a:srgbClr val="000000"/>
                </a:solidFill>
                <a:latin typeface="Pretendard Regular"/>
              </a:rPr>
              <a:t> 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33500" y="10401300"/>
            <a:ext cx="20231100" cy="7493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ko-KR" sz="4207" b="0" i="0" u="none" strike="noStrike" dirty="0">
                <a:solidFill>
                  <a:srgbClr val="000000"/>
                </a:solidFill>
                <a:ea typeface="Pretendard Regular"/>
              </a:rPr>
              <a:t>사이트</a:t>
            </a:r>
            <a:r>
              <a:rPr lang="en-US" sz="4207" b="0" i="0" u="none" strike="noStrike" dirty="0">
                <a:solidFill>
                  <a:srgbClr val="000000"/>
                </a:solidFill>
                <a:latin typeface="Pretendard Regular"/>
              </a:rPr>
              <a:t>,</a:t>
            </a:r>
            <a:r>
              <a:rPr lang="ko-KR" sz="4207" b="0" i="0" u="none" strike="noStrike" dirty="0">
                <a:solidFill>
                  <a:srgbClr val="000000"/>
                </a:solidFill>
                <a:ea typeface="Pretendard Regular"/>
              </a:rPr>
              <a:t>어플</a:t>
            </a:r>
            <a:r>
              <a:rPr lang="en-US" sz="4207" b="0" i="0" u="none" strike="noStrike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07" b="0" i="0" u="none" strike="noStrike" dirty="0">
                <a:solidFill>
                  <a:srgbClr val="000000"/>
                </a:solidFill>
                <a:ea typeface="Pretendard Regular"/>
              </a:rPr>
              <a:t>개발지식이</a:t>
            </a:r>
            <a:r>
              <a:rPr lang="en-US" sz="4207" b="0" i="0" u="none" strike="noStrike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07" b="0" i="0" u="none" strike="noStrike" dirty="0">
                <a:solidFill>
                  <a:srgbClr val="000000"/>
                </a:solidFill>
                <a:ea typeface="Pretendard Regular"/>
              </a:rPr>
              <a:t>있으시면</a:t>
            </a:r>
            <a:r>
              <a:rPr lang="en-US" sz="4207" b="0" i="0" u="none" strike="noStrike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07" b="0" i="0" u="none" strike="noStrike" dirty="0">
                <a:solidFill>
                  <a:srgbClr val="000000"/>
                </a:solidFill>
                <a:ea typeface="Pretendard Regular"/>
              </a:rPr>
              <a:t>너무</a:t>
            </a:r>
            <a:r>
              <a:rPr lang="en-US" sz="4207" b="0" i="0" u="none" strike="noStrike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07" b="0" i="0" u="none" strike="noStrike" dirty="0">
                <a:solidFill>
                  <a:srgbClr val="000000"/>
                </a:solidFill>
                <a:ea typeface="Pretendard Regular"/>
              </a:rPr>
              <a:t>좋고</a:t>
            </a:r>
            <a:r>
              <a:rPr lang="en-US" sz="4207" b="0" i="0" u="none" strike="noStrike" dirty="0">
                <a:solidFill>
                  <a:srgbClr val="000000"/>
                </a:solidFill>
                <a:latin typeface="Pretendard Regular"/>
              </a:rPr>
              <a:t> </a:t>
            </a:r>
            <a:endParaRPr lang="en-US" sz="4207" dirty="0">
              <a:solidFill>
                <a:srgbClr val="000000"/>
              </a:solidFill>
              <a:latin typeface="Pretendard Regular"/>
            </a:endParaRPr>
          </a:p>
          <a:p>
            <a:pPr lvl="0" algn="l">
              <a:lnSpc>
                <a:spcPct val="116199"/>
              </a:lnSpc>
            </a:pPr>
            <a:r>
              <a:rPr lang="ko-KR" sz="4207" b="0" i="0" u="none" strike="noStrike" dirty="0">
                <a:solidFill>
                  <a:srgbClr val="000000"/>
                </a:solidFill>
                <a:ea typeface="Pretendard Regular"/>
              </a:rPr>
              <a:t>없으시더라도</a:t>
            </a:r>
            <a:r>
              <a:rPr lang="en-US" sz="4207" b="0" i="0" u="none" strike="noStrike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07" b="0" i="0" u="none" strike="noStrike" dirty="0">
                <a:solidFill>
                  <a:srgbClr val="000000"/>
                </a:solidFill>
                <a:ea typeface="Pretendard Regular"/>
              </a:rPr>
              <a:t>열심히</a:t>
            </a:r>
            <a:r>
              <a:rPr lang="en-US" sz="4207" b="0" i="0" u="none" strike="noStrike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altLang="en-US" sz="4207" dirty="0">
                <a:solidFill>
                  <a:srgbClr val="000000"/>
                </a:solidFill>
                <a:latin typeface="Pretendard Regular"/>
                <a:ea typeface="Pretendard Regular"/>
              </a:rPr>
              <a:t>하고자 하시는 </a:t>
            </a:r>
            <a:r>
              <a:rPr lang="ko-KR" sz="4207" b="0" i="0" u="none" strike="noStrike" dirty="0">
                <a:solidFill>
                  <a:srgbClr val="000000"/>
                </a:solidFill>
                <a:ea typeface="Pretendard Regular"/>
              </a:rPr>
              <a:t>분들</a:t>
            </a:r>
            <a:r>
              <a:rPr lang="en-US" sz="4207" b="0" i="0" u="none" strike="noStrike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07" b="0" i="0" u="none" strike="noStrike" dirty="0">
                <a:solidFill>
                  <a:srgbClr val="000000"/>
                </a:solidFill>
                <a:ea typeface="Pretendard Regular"/>
              </a:rPr>
              <a:t>이라면</a:t>
            </a:r>
            <a:r>
              <a:rPr lang="en-US" sz="4207" b="0" i="0" u="none" strike="noStrike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07" b="0" i="0" u="none" strike="noStrike" dirty="0">
                <a:solidFill>
                  <a:srgbClr val="000000"/>
                </a:solidFill>
                <a:ea typeface="Pretendard Regular"/>
              </a:rPr>
              <a:t>환영입니다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100</Words>
  <Application>Microsoft Office PowerPoint</Application>
  <PresentationFormat>사용자 지정</PresentationFormat>
  <Paragraphs>15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8" baseType="lpstr">
      <vt:lpstr>Pretendard Bold</vt:lpstr>
      <vt:lpstr>Calibri</vt:lpstr>
      <vt:lpstr>Arial</vt:lpstr>
      <vt:lpstr>Pretendard Regular</vt:lpstr>
      <vt:lpstr>Office Theme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김용호</cp:lastModifiedBy>
  <cp:revision>2</cp:revision>
  <dcterms:created xsi:type="dcterms:W3CDTF">2006-08-16T00:00:00Z</dcterms:created>
  <dcterms:modified xsi:type="dcterms:W3CDTF">2026-01-06T01:19:27Z</dcterms:modified>
</cp:coreProperties>
</file>