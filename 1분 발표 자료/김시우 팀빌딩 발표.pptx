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7" r:id="rId2"/>
    <p:sldId id="258" r:id="rId3"/>
    <p:sldId id="260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8250" y="1019175"/>
            <a:ext cx="17151500" cy="0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68250" y="2597828"/>
            <a:ext cx="17151500" cy="0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4823583">
            <a:off x="13320134" y="6977122"/>
            <a:ext cx="10940700" cy="3921356"/>
          </a:xfrm>
          <a:custGeom>
            <a:avLst/>
            <a:gdLst/>
            <a:ahLst/>
            <a:cxnLst/>
            <a:rect r="r" b="b" t="t" l="l"/>
            <a:pathLst>
              <a:path h="3921356" w="10940700">
                <a:moveTo>
                  <a:pt x="0" y="0"/>
                </a:moveTo>
                <a:lnTo>
                  <a:pt x="10940700" y="0"/>
                </a:lnTo>
                <a:lnTo>
                  <a:pt x="10940700" y="3921355"/>
                </a:lnTo>
                <a:lnTo>
                  <a:pt x="0" y="39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-2138" r="0" b="-213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8887" y="1478192"/>
            <a:ext cx="407703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spc="-110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경험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7054" y="3333241"/>
            <a:ext cx="9949850" cy="287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</a:p>
          <a:p>
            <a:pPr algn="l" marL="604516" indent="-302258" lvl="1">
              <a:lnSpc>
                <a:spcPts val="4647"/>
              </a:lnSpc>
              <a:buFont typeface="Arial"/>
              <a:buChar char="•"/>
            </a:pPr>
            <a:r>
              <a:rPr lang="en-US" sz="2799" spc="-6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팀원으로 참여하여 도움이 되기 위해 노력했습니다!! </a:t>
            </a:r>
          </a:p>
          <a:p>
            <a:pPr algn="l" marL="604516" indent="-302258" lvl="1">
              <a:lnSpc>
                <a:spcPts val="4647"/>
              </a:lnSpc>
              <a:buFont typeface="Arial"/>
              <a:buChar char="•"/>
            </a:pPr>
            <a:r>
              <a:rPr lang="en-US" sz="2799" spc="-6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담배 인식 인공지능을 개발하였고 웹 디자인을 만드는 담당이었습니다</a:t>
            </a:r>
          </a:p>
          <a:p>
            <a:pPr algn="l">
              <a:lnSpc>
                <a:spcPts val="464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727054" y="6316028"/>
            <a:ext cx="9949850" cy="55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4647"/>
              </a:lnSpc>
              <a:buFont typeface="Arial"/>
              <a:buChar char="•"/>
            </a:pPr>
            <a:r>
              <a:rPr lang="en-US" sz="2799" spc="-6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아누이노를</a:t>
            </a:r>
            <a:r>
              <a:rPr lang="en-US" sz="2799" spc="-6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 활용한 스마트 그린 공기청정기를 설계하였습니다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3324" y="3870704"/>
            <a:ext cx="4077030" cy="63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1"/>
              </a:lnSpc>
              <a:spcBef>
                <a:spcPct val="0"/>
              </a:spcBef>
            </a:pPr>
            <a:r>
              <a:rPr lang="en-US" sz="3199" spc="-7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2025 스마톤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324" y="6296978"/>
            <a:ext cx="4077030" cy="63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1"/>
              </a:lnSpc>
              <a:spcBef>
                <a:spcPct val="0"/>
              </a:spcBef>
            </a:pPr>
            <a:r>
              <a:rPr lang="en-US" sz="3199" spc="-7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2-1 창의기초설계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8250" y="1019175"/>
            <a:ext cx="17151500" cy="0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68250" y="2597828"/>
            <a:ext cx="17151500" cy="0"/>
          </a:xfrm>
          <a:prstGeom prst="line">
            <a:avLst/>
          </a:prstGeom>
          <a:ln cap="flat" w="1905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4823583">
            <a:off x="13320134" y="6977122"/>
            <a:ext cx="10940700" cy="3921356"/>
          </a:xfrm>
          <a:custGeom>
            <a:avLst/>
            <a:gdLst/>
            <a:ahLst/>
            <a:cxnLst/>
            <a:rect r="r" b="b" t="t" l="l"/>
            <a:pathLst>
              <a:path h="3921356" w="10940700">
                <a:moveTo>
                  <a:pt x="0" y="0"/>
                </a:moveTo>
                <a:lnTo>
                  <a:pt x="10940700" y="0"/>
                </a:lnTo>
                <a:lnTo>
                  <a:pt x="10940700" y="3921355"/>
                </a:lnTo>
                <a:lnTo>
                  <a:pt x="0" y="39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-2138" r="0" b="-213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8887" y="1478192"/>
            <a:ext cx="4077030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spc="-110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강점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84446"/>
            <a:ext cx="14482581" cy="196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4" indent="-345437" lvl="1">
              <a:lnSpc>
                <a:spcPts val="5311"/>
              </a:lnSpc>
              <a:buAutoNum type="arabicPeriod" startAt="1"/>
            </a:pPr>
            <a:r>
              <a:rPr lang="en-US" sz="3199" spc="-7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 주어진 업무를 성실하게 수행합니다!</a:t>
            </a:r>
          </a:p>
          <a:p>
            <a:pPr algn="just" marL="690874" indent="-345437" lvl="1">
              <a:lnSpc>
                <a:spcPts val="5311"/>
              </a:lnSpc>
              <a:buAutoNum type="arabicPeriod" startAt="1"/>
            </a:pPr>
            <a:r>
              <a:rPr lang="en-US" sz="3199" spc="-7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 마감이 촉박한 상황에서도 집중력을 유지하며 야간 작업이 가능합니다!</a:t>
            </a:r>
          </a:p>
          <a:p>
            <a:pPr algn="just" marL="690874" indent="-345437" lvl="1">
              <a:lnSpc>
                <a:spcPts val="5311"/>
              </a:lnSpc>
              <a:buAutoNum type="arabicPeriod" startAt="1"/>
            </a:pPr>
            <a:r>
              <a:rPr lang="en-US" sz="3199" spc="-7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 맡은 일뿐 아니라 팀에 필요한 부분이 있으면 보조 역할도 적극적으로 수행합니다!!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2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56286" y="2959482"/>
            <a:ext cx="6096661" cy="43366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15"/>
              </a:lnSpc>
              <a:defRPr/>
            </a:pPr>
            <a:r>
              <a:rPr lang="en-US" sz="2399" spc="-58">
                <a:solidFill>
                  <a:srgbClr val="545454"/>
                </a:solidFill>
                <a:latin typeface="TDTD순고딕"/>
                <a:ea typeface="TDTD순고딕"/>
                <a:cs typeface="TDTD순고딕"/>
                <a:sym typeface="TDTD순고딕"/>
              </a:rPr>
              <a:t>캠퍼스 안에서 걷기 귀찮을 때</a:t>
            </a: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r>
              <a:rPr lang="en-US" sz="2399" spc="-58">
                <a:solidFill>
                  <a:srgbClr val="545454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자율 주행 택시가 있으면 좋겠다고 생각함</a:t>
            </a: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r>
              <a:rPr lang="ko-KR" altLang="en-US" sz="2399" spc="-58">
                <a:solidFill>
                  <a:srgbClr val="545454"/>
                </a:solidFill>
                <a:latin typeface="TDTD순고딕"/>
                <a:ea typeface="TDTD순고딕"/>
                <a:cs typeface="TDTD순고딕"/>
                <a:sym typeface="TDTD순고딕"/>
              </a:rPr>
              <a:t>자세한 계획은 모르겠습니당</a:t>
            </a:r>
            <a:r>
              <a:rPr lang="en-US" altLang="ko-KR" sz="2399" spc="-58">
                <a:solidFill>
                  <a:srgbClr val="545454"/>
                </a:solidFill>
                <a:latin typeface="TDTD순고딕"/>
                <a:ea typeface="TDTD순고딕"/>
                <a:cs typeface="TDTD순고딕"/>
                <a:sym typeface="TDTD순고딕"/>
              </a:rPr>
              <a:t>............</a:t>
            </a:r>
            <a:endParaRPr lang="en-US" altLang="ko-KR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  <a:p>
            <a:pPr algn="l">
              <a:lnSpc>
                <a:spcPts val="3815"/>
              </a:lnSpc>
              <a:defRPr/>
            </a:pPr>
            <a:endParaRPr lang="en-US" sz="2399" spc="-58">
              <a:solidFill>
                <a:srgbClr val="545454"/>
              </a:solidFill>
              <a:latin typeface="TDTD순고딕"/>
              <a:ea typeface="TDTD순고딕"/>
              <a:cs typeface="TDTD순고딕"/>
              <a:sym typeface="TDTD순고딕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68250" y="723900"/>
            <a:ext cx="7502548" cy="0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568250" y="9564728"/>
            <a:ext cx="7502548" cy="0"/>
          </a:xfrm>
          <a:prstGeom prst="line">
            <a:avLst/>
          </a:prstGeom>
          <a:ln w="19050" cap="flat">
            <a:solidFill>
              <a:srgbClr val="545454"/>
            </a:solidFill>
            <a:prstDash val="solid"/>
            <a:headEnd w="sm" len="sm"/>
            <a:tailEnd w="sm" len="sm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56286" y="1405040"/>
            <a:ext cx="4085692" cy="3562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  <a:defRPr/>
            </a:pPr>
            <a:r>
              <a:rPr lang="en-US" sz="2100" spc="-52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PROJECT 1</a:t>
            </a:r>
            <a:endParaRPr lang="en-US" sz="2100" spc="-52">
              <a:solidFill>
                <a:srgbClr val="54545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6286" y="1875575"/>
            <a:ext cx="4385640" cy="75501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  <a:defRPr/>
            </a:pPr>
            <a:r>
              <a:rPr lang="en-US" sz="4399" spc="-109">
                <a:solidFill>
                  <a:srgbClr val="545454"/>
                </a:solidFill>
                <a:latin typeface="Gotham"/>
                <a:ea typeface="Gotham"/>
                <a:cs typeface="Gotham"/>
                <a:sym typeface="Gotham"/>
              </a:rPr>
              <a:t>캠퍼스 택시</a:t>
            </a:r>
            <a:endParaRPr lang="en-US" sz="4399" spc="-109">
              <a:solidFill>
                <a:srgbClr val="54545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65</ep:Words>
  <ep:PresentationFormat>On-screen Show (4:3)</ep:PresentationFormat>
  <ep:Paragraphs>15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kimsi</cp:lastModifiedBy>
  <dcterms:modified xsi:type="dcterms:W3CDTF">2026-01-07T13:23:07.566</dcterms:modified>
  <cp:revision>3</cp:revision>
  <dc:title>Portfolio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