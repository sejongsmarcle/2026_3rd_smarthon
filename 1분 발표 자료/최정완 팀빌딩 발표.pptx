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782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EBBBF1-FC07-2286-ACD5-F092A8B3DC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5CE518D-B5E0-4B5A-7855-3A7360288B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3EF2F58-F993-BDB5-5887-E0A5D8EF0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31701-F042-48B9-BF33-FF8B86D9D2C3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358045D-0063-CAE1-B24B-FCA19E6E58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CC2B3AE-CB91-A58D-40D7-74C1B1AA53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F4F-BD65-488D-A353-96C82C89E07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15363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8604ED-D603-5A7B-4DF9-2FC3CE95C7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AD5A4D1-8886-AB15-B32A-9F69959A93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B956A13-1A8B-97D7-8F92-FFBE35F51B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31701-F042-48B9-BF33-FF8B86D9D2C3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E084667-8EE1-303D-E8DD-49CEA3F17F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89A1E9C-76BF-2092-EC6F-AF1B37510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F4F-BD65-488D-A353-96C82C89E07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80528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864338-6424-248E-F27D-BD8CFC0A92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7FFC84F-D394-01AE-8258-6928B585FE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18C9053-23C7-6754-4B9A-0BC41DA43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31701-F042-48B9-BF33-FF8B86D9D2C3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49C0171-BDA7-A3B0-64FC-DA9CBA354C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9027C88-9034-C3F8-AD84-77798051D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F4F-BD65-488D-A353-96C82C89E07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93175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B85FFD-BFF1-152C-161E-788760330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43A3946-A648-6082-B9F3-E1472F7E13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B3B1753-CC67-D237-71CC-A6205E76E2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36B2AE9-BF70-9630-9C2D-D6F3DCDA8C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31701-F042-48B9-BF33-FF8B86D9D2C3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6E37E86-0C2B-F105-4AA8-1D27C0E876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8F4E957-085D-C6DB-AD36-9B8543A0C3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F4F-BD65-488D-A353-96C82C89E07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746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5EBBFB-042C-8E9B-1E1D-EFA1EA08F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1E62903-CBA2-71D9-F321-C366E77091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0B22127-E971-1EC5-D7CD-49D433D048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94E0BF7-2A7E-3643-A02D-13046B4346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ED4CD502-19A4-E359-A916-1788DE380EE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29201F6-65F3-8B6E-C709-C42C14253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31701-F042-48B9-BF33-FF8B86D9D2C3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E98A7BC-C0BC-DAF8-BE35-91CA4EC954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776A527-4512-461F-C180-6041EC63CA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F4F-BD65-488D-A353-96C82C89E07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8258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FC2F68C-DF67-3BE7-DDC8-D2FF692887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27901A7-AC86-8E6C-614A-AF92A80A00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31701-F042-48B9-BF33-FF8B86D9D2C3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1342815D-DA58-9E9D-5731-6797109386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E6E338C-EFD8-5A9B-FA39-505E3BEAE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F4F-BD65-488D-A353-96C82C89E07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90996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E1C5815-7F0A-D246-2FC7-2FF613FDD9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31701-F042-48B9-BF33-FF8B86D9D2C3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F6F56335-BF5D-2551-4C26-C2F3835D7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EC3FE66-6529-8967-89E6-342B9AA744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F4F-BD65-488D-A353-96C82C89E07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86407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BF32EA3-B158-6B09-A6C1-F96A043150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A90C3D8-C6D1-6499-8BC2-382C61FFF2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DEF4296-5298-C489-F3E4-5A000699A8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02D907E-B2BF-D466-E0CF-E7FED55710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31701-F042-48B9-BF33-FF8B86D9D2C3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A06CE4D-34D4-6B2D-28C7-58A7F5D6E1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8E8645A-8C03-6639-D370-1D5D59471C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F4F-BD65-488D-A353-96C82C89E07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25588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E10828-16D2-3E35-729E-E06F129DF5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10724C55-FA36-62D6-A7D8-BCDA63C3C63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D9CE97B-6A69-5864-EFE6-362D6BA08A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50AD81A-AABB-844F-BA96-3A499B9C1D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31701-F042-48B9-BF33-FF8B86D9D2C3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32EBECD-B5BC-776B-45C1-5060069E4A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4D34AA0-2C1E-3B07-E471-EAE174F8A8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F4F-BD65-488D-A353-96C82C89E07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43124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B35BF4-C99B-021A-774D-504A776889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AF6C992-8BC8-5B30-8086-3EC4E41BE7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5CFD981-FBAA-8C0A-817B-65A870D5EC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31701-F042-48B9-BF33-FF8B86D9D2C3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0734AF1-0C21-E802-D417-073DCAF52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DA26DB4-1B2A-42C7-F7D7-76540EC6E9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F4F-BD65-488D-A353-96C82C89E07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00661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C7F8BA5-D971-D874-5AD2-F6826249FD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A4FBB46-0B21-176B-464A-CBA816B49A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FD84A71-E8DD-4211-F874-C1D4645FE3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A31701-F042-48B9-BF33-FF8B86D9D2C3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144BBA3-32EC-EB7A-1F3E-4A45E98217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EA852F1-9938-70F9-38E9-C56CC1CB9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80A8F4F-BD65-488D-A353-96C82C89E07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25047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97DCA28-076E-7E57-9C39-83F7F618E9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347A085-2F6D-440A-5506-A308D872FA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2F3807A-FF32-F557-9177-4B59A816592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A31701-F042-48B9-BF33-FF8B86D9D2C3}" type="datetimeFigureOut">
              <a:rPr lang="ko-KR" altLang="en-US" smtClean="0"/>
              <a:t>2026-01-08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F101484-136E-3C94-9913-AC3CC62C70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428F2EF-AA9E-B383-F3DD-847E93242E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80A8F4F-BD65-488D-A353-96C82C89E07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03120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C36053-D157-95AC-C3DF-378073300B4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 err="1"/>
              <a:t>최정완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F5CCDD6-83B2-0A7C-0DA5-8BE4333DC6C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949709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616FAD0-0D1B-4D91-ABF3-B3FC1D6BD7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725ADFD-AFCB-5DE7-9C8E-0F8CB9663C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자율주행 인지</a:t>
            </a:r>
            <a:r>
              <a:rPr lang="en-US" altLang="ko-KR" dirty="0"/>
              <a:t>/</a:t>
            </a:r>
            <a:r>
              <a:rPr lang="ko-KR" altLang="en-US" dirty="0"/>
              <a:t>판단</a:t>
            </a:r>
            <a:r>
              <a:rPr lang="en-US" altLang="ko-KR" dirty="0"/>
              <a:t>/</a:t>
            </a:r>
            <a:r>
              <a:rPr lang="ko-KR" altLang="en-US" dirty="0"/>
              <a:t>제어 구현해 봄</a:t>
            </a:r>
            <a:endParaRPr lang="en-US" altLang="ko-KR" dirty="0"/>
          </a:p>
          <a:p>
            <a:r>
              <a:rPr lang="ko-KR" altLang="en-US" dirty="0"/>
              <a:t>로봇 </a:t>
            </a:r>
            <a:r>
              <a:rPr lang="en-US" altLang="ko-KR" dirty="0"/>
              <a:t>/ VLA </a:t>
            </a:r>
            <a:r>
              <a:rPr lang="ko-KR" altLang="en-US" dirty="0"/>
              <a:t>관심</a:t>
            </a:r>
            <a:r>
              <a:rPr lang="en-US" altLang="ko-KR" dirty="0"/>
              <a:t> </a:t>
            </a:r>
            <a:r>
              <a:rPr lang="ko-KR" altLang="en-US" dirty="0"/>
              <a:t>있음</a:t>
            </a:r>
            <a:endParaRPr lang="en-US" altLang="ko-KR" dirty="0"/>
          </a:p>
          <a:p>
            <a:r>
              <a:rPr lang="ko-KR" altLang="en-US" dirty="0"/>
              <a:t>현재 </a:t>
            </a:r>
            <a:r>
              <a:rPr lang="ko-KR" altLang="en-US" dirty="0" err="1"/>
              <a:t>로보틱스</a:t>
            </a:r>
            <a:r>
              <a:rPr lang="ko-KR" altLang="en-US" dirty="0"/>
              <a:t> 및 </a:t>
            </a:r>
            <a:r>
              <a:rPr lang="en-US" altLang="ko-KR" dirty="0"/>
              <a:t>VLA </a:t>
            </a:r>
            <a:r>
              <a:rPr lang="ko-KR" altLang="en-US" dirty="0"/>
              <a:t>공부 중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여럿이서 </a:t>
            </a:r>
            <a:r>
              <a:rPr lang="ko-KR" altLang="en-US" dirty="0" err="1"/>
              <a:t>머리맞대고</a:t>
            </a:r>
            <a:r>
              <a:rPr lang="ko-KR" altLang="en-US" dirty="0"/>
              <a:t> 고민하는 거 좋아함</a:t>
            </a:r>
            <a:endParaRPr lang="en-US" altLang="ko-KR" dirty="0"/>
          </a:p>
          <a:p>
            <a:r>
              <a:rPr lang="ko-KR" altLang="en-US" dirty="0"/>
              <a:t>시간이 많다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3900205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FA1016-6959-16EE-4C13-1B709CCFF2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6ADF31A-4355-8D38-851F-937C8EB648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이상입니다</a:t>
            </a:r>
          </a:p>
        </p:txBody>
      </p:sp>
    </p:spTree>
    <p:extLst>
      <p:ext uri="{BB962C8B-B14F-4D97-AF65-F5344CB8AC3E}">
        <p14:creationId xmlns:p14="http://schemas.microsoft.com/office/powerpoint/2010/main" val="23293593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</TotalTime>
  <Words>28</Words>
  <Application>Microsoft Office PowerPoint</Application>
  <PresentationFormat>와이드스크린</PresentationFormat>
  <Paragraphs>9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6" baseType="lpstr">
      <vt:lpstr>맑은 고딕</vt:lpstr>
      <vt:lpstr>Arial</vt:lpstr>
      <vt:lpstr>Office 테마</vt:lpstr>
      <vt:lpstr>최정완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peacon1982cc@gmail.com</dc:creator>
  <cp:lastModifiedBy>peacon1982cc@gmail.com</cp:lastModifiedBy>
  <cp:revision>3</cp:revision>
  <dcterms:created xsi:type="dcterms:W3CDTF">2026-01-07T16:42:12Z</dcterms:created>
  <dcterms:modified xsi:type="dcterms:W3CDTF">2026-01-08T02:09:55Z</dcterms:modified>
</cp:coreProperties>
</file>