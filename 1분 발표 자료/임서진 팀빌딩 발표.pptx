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3DECE-E810-F9AA-E943-6370C857B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7910D-4480-CCF3-3C6F-9BEF8E17C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6B98A-C005-512B-4B0B-C0556C82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FF46B-D430-F4CC-2C15-83DE0917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42DCE-FC3B-C030-8FA7-E4D937D9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63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B178A-F0FB-52CC-02C9-EA15132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6C2454-55E8-3769-C209-011F89583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CD5E3-1862-E761-117D-086861E2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9876F-07C9-57AC-1569-6DD15719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128DA-FE1F-512E-C90E-96FFA4AF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4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F4439-4247-BE1B-CE54-64B2C8BE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A97F7E-7DF8-E41F-911C-696211C7C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F5FAC-394A-1C45-B6CB-A0F67E94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7FB1D-0521-F7BE-7377-4812E2B0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1BA72-3662-25C5-17D9-B32BAFC7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60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64083-7781-75FF-1966-8551B372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D0F0B-B1A3-5E4C-E994-76DD9D853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A89B41-0CA6-02DF-8CE8-5204F9690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F530DE-50FB-7108-0C03-ADB7FE31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B114FB-06AF-B3E6-F3E0-437494AAC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A8A06-99A6-DB47-9C81-C2636D7F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34B98-A18C-D769-003B-8658C85E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440AEB-C462-FD45-8AA8-D5F5B35B2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C31495-990C-27F2-8C09-090FBB0DC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978A2C-0A97-1DFF-DAB3-DCB2F54A2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0EEF00-7CDD-EB8E-8E78-1C208B4E7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29FF13-E912-D5C2-73F4-50212A59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8986FA-B219-7167-7F8F-87E30D0E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AB663F-B9B7-8BA2-047F-450B404E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47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C7D10-FC60-EB3A-0E00-93D153E0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8ADC9D-EBC1-22F0-D816-068E2838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58BA32-3BCB-506F-61A9-D130358F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3A0DE7-7720-4F36-544F-1F79830E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9C6A3E-4530-5267-686F-23412445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641FAE-4127-23E4-8385-AFC7866D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E6489-9BF9-185A-8B24-3AC3AF82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6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B7B27-D200-2BBF-555B-E5421B21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6640FB-A5D2-BAE8-736C-BCBE482CD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471A76-4517-CC66-0FA7-67EABD2DE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B3BE5F-8552-B5A0-5E7A-E437FB09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4B5133-CE9D-121B-9096-EE8C9A7C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38ABC-DB21-9631-C234-A76346A6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6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0BA17-D6FC-016A-D834-7EE525E2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F41796-FF41-3DF2-812B-B9B26B465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11BB40-8F32-82A0-A755-01B1CEBD4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88FE81-EA97-DBB6-18A1-5E336579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429C10-2250-99AF-DCE6-8553A021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CB7F9F-922E-5C2B-CC89-342C93C7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4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CDEE0-9C2A-72C1-110F-D8F74C94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85C72B-0C7D-2DB8-DF83-7F873E1DD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1A9195-BEC1-155B-1071-8F57C05C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31DDC0-9116-D4A7-AB0E-FA71C242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2E84A-B9B5-A596-48BC-81FBAA6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45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7973EC-4DF7-9CBC-D2BB-C12D7F1E8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A62183-612A-B800-0F83-EE74C953B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BDD9AF-0BEF-D945-74A0-D6EF7178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78F749-111C-1C45-83B9-B497C227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5199C-E3BB-C390-4F30-3B81A34C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4C1C00-DB78-1997-637F-96B56FA9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B1A475-0EB7-17EC-7CFE-D35EC8D5E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EBDDD-A66A-5A8F-07C7-13C24027A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635E2-620F-41D0-B606-0481A9A104F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13A16C-162C-4D42-F6D1-FAEE47D5A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A05FDA-BC88-94FE-3238-816137389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A6BEA-1348-4AB7-B3A5-96E17992E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2B9A5-0F38-CBD2-31CB-184B64E2C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69" y="77334"/>
            <a:ext cx="9247833" cy="2665866"/>
          </a:xfrm>
        </p:spPr>
        <p:txBody>
          <a:bodyPr/>
          <a:lstStyle/>
          <a:p>
            <a:r>
              <a:rPr lang="ko-KR" altLang="en-US" sz="4800" dirty="0"/>
              <a:t>자신이 가지고 있는 경험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E581B-FE41-8738-3287-94CF18576267}"/>
              </a:ext>
            </a:extLst>
          </p:cNvPr>
          <p:cNvSpPr txBox="1"/>
          <p:nvPr/>
        </p:nvSpPr>
        <p:spPr>
          <a:xfrm>
            <a:off x="1205803" y="2522137"/>
            <a:ext cx="715131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800" dirty="0" err="1"/>
              <a:t>학술제</a:t>
            </a:r>
            <a:r>
              <a:rPr lang="ko-KR" altLang="en-US" sz="2800" dirty="0"/>
              <a:t> 참여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 err="1"/>
              <a:t>지피티</a:t>
            </a:r>
            <a:r>
              <a:rPr lang="ko-KR" altLang="en-US" sz="2800" dirty="0"/>
              <a:t> </a:t>
            </a:r>
            <a:r>
              <a:rPr lang="ko-KR" altLang="en-US" sz="2800" dirty="0" err="1"/>
              <a:t>파인튜닝해봄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 err="1"/>
              <a:t>스마클</a:t>
            </a:r>
            <a:r>
              <a:rPr lang="ko-KR" altLang="en-US" sz="2800" dirty="0"/>
              <a:t> 집행부 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현재 방학 중 논문 열심히 읽어보고 있음</a:t>
            </a:r>
            <a:endParaRPr lang="en-US" altLang="ko-KR" sz="2800" dirty="0"/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D56057-8CBA-2D80-D2BA-E375FD19F3E6}"/>
              </a:ext>
            </a:extLst>
          </p:cNvPr>
          <p:cNvCxnSpPr/>
          <p:nvPr/>
        </p:nvCxnSpPr>
        <p:spPr>
          <a:xfrm flipV="1">
            <a:off x="4612193" y="3778180"/>
            <a:ext cx="2733152" cy="71343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폭발: 14pt 6">
            <a:extLst>
              <a:ext uri="{FF2B5EF4-FFF2-40B4-BE49-F238E27FC236}">
                <a16:creationId xmlns:a16="http://schemas.microsoft.com/office/drawing/2014/main" id="{C582CA3B-7C35-9AE5-BBC1-A4AAE4BD27CD}"/>
              </a:ext>
            </a:extLst>
          </p:cNvPr>
          <p:cNvSpPr/>
          <p:nvPr/>
        </p:nvSpPr>
        <p:spPr>
          <a:xfrm>
            <a:off x="7444803" y="2337754"/>
            <a:ext cx="3763971" cy="2509549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우와</a:t>
            </a:r>
            <a:r>
              <a:rPr lang="en-US" altLang="ko-KR" dirty="0"/>
              <a:t>!</a:t>
            </a:r>
          </a:p>
          <a:p>
            <a:pPr algn="ctr"/>
            <a:r>
              <a:rPr lang="ko-KR" altLang="en-US" dirty="0"/>
              <a:t>성실하다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70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3D9C0-189B-C706-74E8-963785BB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807577"/>
            <a:ext cx="10515600" cy="1325563"/>
          </a:xfrm>
        </p:spPr>
        <p:txBody>
          <a:bodyPr/>
          <a:lstStyle/>
          <a:p>
            <a:r>
              <a:rPr lang="ko-KR" altLang="en-US" dirty="0"/>
              <a:t>팀플 및 개발에서 자신만의 강점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4D362-DF55-A1D1-837B-3D088C77BE1D}"/>
              </a:ext>
            </a:extLst>
          </p:cNvPr>
          <p:cNvSpPr txBox="1"/>
          <p:nvPr/>
        </p:nvSpPr>
        <p:spPr>
          <a:xfrm>
            <a:off x="1071716" y="2634103"/>
            <a:ext cx="730199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방학에 시간이 많다</a:t>
            </a:r>
            <a:r>
              <a:rPr lang="en-US" altLang="ko-KR" sz="2400" dirty="0"/>
              <a:t>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400" dirty="0"/>
              <a:t>주제에 대해 열심히 공부를 하겠습니다</a:t>
            </a:r>
            <a:r>
              <a:rPr lang="en-US" altLang="ko-KR" sz="2400" dirty="0"/>
              <a:t>!!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2400" dirty="0"/>
          </a:p>
          <a:p>
            <a:r>
              <a:rPr lang="ko-KR" altLang="en-US" sz="2400" dirty="0"/>
              <a:t>맡은 작업에 대해서는 책임감을 가지고 끝까지 수행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팀원 간 의견을 적극적으로 수용</a:t>
            </a:r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515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50</Words>
  <Application>Microsoft Office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자신이 가지고 있는 경험 </vt:lpstr>
      <vt:lpstr>팀플 및 개발에서 자신만의 강점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서진 임</dc:creator>
  <cp:lastModifiedBy>서진 임</cp:lastModifiedBy>
  <cp:revision>1</cp:revision>
  <dcterms:created xsi:type="dcterms:W3CDTF">2026-01-07T12:33:26Z</dcterms:created>
  <dcterms:modified xsi:type="dcterms:W3CDTF">2026-01-07T14:59:34Z</dcterms:modified>
</cp:coreProperties>
</file>