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준 장" userId="c2243a5c3de19604" providerId="LiveId" clId="{00DE40D3-09B7-478A-A59D-4CBA77772CF0}"/>
    <pc:docChg chg="modSld">
      <pc:chgData name="영준 장" userId="c2243a5c3de19604" providerId="LiveId" clId="{00DE40D3-09B7-478A-A59D-4CBA77772CF0}" dt="2026-01-07T14:30:55.128" v="91" actId="20577"/>
      <pc:docMkLst>
        <pc:docMk/>
      </pc:docMkLst>
      <pc:sldChg chg="modSp mod">
        <pc:chgData name="영준 장" userId="c2243a5c3de19604" providerId="LiveId" clId="{00DE40D3-09B7-478A-A59D-4CBA77772CF0}" dt="2026-01-07T14:30:03.834" v="61" actId="20577"/>
        <pc:sldMkLst>
          <pc:docMk/>
          <pc:sldMk cId="2196736298" sldId="258"/>
        </pc:sldMkLst>
        <pc:spChg chg="mod">
          <ac:chgData name="영준 장" userId="c2243a5c3de19604" providerId="LiveId" clId="{00DE40D3-09B7-478A-A59D-4CBA77772CF0}" dt="2026-01-07T14:30:03.834" v="61" actId="20577"/>
          <ac:spMkLst>
            <pc:docMk/>
            <pc:sldMk cId="2196736298" sldId="258"/>
            <ac:spMk id="3" creationId="{B4C6FA5A-9EE9-5A9E-8B6F-35AAC813E363}"/>
          </ac:spMkLst>
        </pc:spChg>
      </pc:sldChg>
      <pc:sldChg chg="modSp mod">
        <pc:chgData name="영준 장" userId="c2243a5c3de19604" providerId="LiveId" clId="{00DE40D3-09B7-478A-A59D-4CBA77772CF0}" dt="2026-01-07T14:30:55.128" v="91" actId="20577"/>
        <pc:sldMkLst>
          <pc:docMk/>
          <pc:sldMk cId="84939894" sldId="259"/>
        </pc:sldMkLst>
        <pc:spChg chg="mod">
          <ac:chgData name="영준 장" userId="c2243a5c3de19604" providerId="LiveId" clId="{00DE40D3-09B7-478A-A59D-4CBA77772CF0}" dt="2026-01-07T14:30:55.128" v="91" actId="20577"/>
          <ac:spMkLst>
            <pc:docMk/>
            <pc:sldMk cId="84939894" sldId="259"/>
            <ac:spMk id="3" creationId="{434F7BF3-5658-4E46-BED7-FF5992662B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E4EA0-51D9-5E3A-36D0-FBD65ECE9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4454DC-C9FD-6EE7-07A2-1BFD856EE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0EACC7-3991-6103-CFB2-9844121E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F03C34-18C5-78D7-3813-746C582E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B5B980-5818-FEA2-FCD2-A67F6DF7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0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42438-9FB2-747C-76B6-74B08606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633205-15A4-6564-C222-B5797D310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3CF94-BC67-08C1-DEBA-BE4D9C13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3D9B2-1EEA-BFD6-999D-D7E83AE3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98FA9C-0D81-27F9-7F27-04D3357D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506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8C9E6-2101-7486-80C8-5D7527BA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B12E68-5FB0-D48A-4494-AF1E6F166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3AF074-9FDA-82AD-D2FC-8DF4D72F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C8F9A-CE88-487A-8C86-9890839F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1D145-CDBD-5FD8-B577-F3B531C3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88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B3876-C164-CF9A-8A25-99DBDA42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7F258-9144-672E-0501-AAA68DD6F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3AC12F-0D4B-16AD-CBEC-249FD667D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B17C50-705C-3EF0-1394-2E0BE952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B5BF2-3C0D-4AE4-D007-84523B58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BBDE2A-7687-6FB7-AE98-E1C976F9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2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72A9C-C474-2553-C9F3-64AAD759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5BCA1-5BA2-CE7A-BD0F-B577C8F12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A05C72-E7DA-E1D3-2AF2-7974A7DAB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BDBFD8-FC37-FC4C-720D-24ABFED4D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D3344A-1DCD-6E2D-E760-F24805658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33BE7-941E-21DD-0FA2-7858C9C7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8E001A-14DD-1C53-B2C7-78CE1084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E145BF-D9A8-E64B-7DE8-0CBE0E3C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26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1D18C-E53D-E027-45B1-B967FC5B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22FD59-4C22-68A2-217A-C818626F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654279-0E11-1EB5-3CA5-DEDBAB56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C31AAA-E902-B320-6A0E-DE4A0757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41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CE53D6-E8C6-B446-8270-C95C96D5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35E43C-0A2C-C004-2AFA-C39407FA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E4BEBE-770A-017A-8157-BAF3AEE3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22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8D6E8-82BE-E086-34C6-D6C196BC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76551-6D1D-E02A-9723-2463BCF0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888089-96A3-9B20-0E92-A8EEEF8A6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C8F554-F3F4-E02D-E121-FAD7F8C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140E1C-E459-F2B0-5691-5BB3CAAB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65784B-1EA7-9C0F-8828-559E633A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4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21126-47F5-1FE8-9DC1-CBF946A0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B59E94-2EEB-6911-515D-B6AD434F5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75428D-1883-6B80-D72F-AF6951CEB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6D7E52-CC68-9242-55AA-66CE82938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BBACD-8AC0-C386-8B06-06441BEE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226907-9BEF-EC7F-9206-717E19B3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18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72B07-8642-937A-1D41-CE0F78B2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B6AE1F-5B39-4923-3FD5-240C31D70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5784A-7449-14C4-6E52-49D4D460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6E7F5A-0117-EFDC-632E-003E5FC7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6E274E-476E-0B2E-6718-40F5A117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19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A05D4F-7269-00B7-3FF5-B3A142D50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ECC4C-8A98-527F-B281-C2D253EE3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ED22A9-99D5-3F55-529D-98CA737E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1D27B-799F-377E-046D-C194EAFE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88A58-D057-6CBD-4517-9A23A480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57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98AD61-84DC-030C-514F-98C9888DA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14DBE1-6740-481B-57B7-EB7B7B530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305FEA-08B0-A68B-7850-7CF48E0EA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7BBED-9356-4AE3-B0B0-87AFEAB66549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A79A3-8975-631D-176A-2E0807D64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EE8BCC-D000-4773-03D1-F32580B4E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7FA51-1EEB-41F7-8C1B-E33CFE2D2B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07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7A166E-0ED9-D82D-F1DC-3D8EC331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>
                <a:solidFill>
                  <a:srgbClr val="FFFFFF"/>
                </a:solidFill>
              </a:rPr>
              <a:t>자신이 가지고 있는 경험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53C004-AE4B-DEA6-8E5D-3BD1B0F2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ko-KR" altLang="en-US" sz="2000"/>
              <a:t>스마클 집부 </a:t>
            </a:r>
            <a:r>
              <a:rPr lang="en-US" altLang="ko-KR" sz="2000"/>
              <a:t>6</a:t>
            </a:r>
            <a:r>
              <a:rPr lang="ko-KR" altLang="en-US" sz="2000"/>
              <a:t>개월</a:t>
            </a:r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과 학술제 참여 경험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062857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790B3D-95D5-111B-E93B-1C66E1A6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>
                <a:solidFill>
                  <a:srgbClr val="FFFFFF"/>
                </a:solidFill>
              </a:rPr>
              <a:t>자신만의 강점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6FA5A-9EE9-5A9E-8B6F-35AAC813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ko-KR" altLang="en-US" sz="2000" dirty="0"/>
              <a:t>시간이 많습니다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배울 의지와 끈기가 있습니다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체력이 좋습니다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196736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6670DD-D263-F9E4-5652-A66D5510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>
                <a:solidFill>
                  <a:srgbClr val="FFFFFF"/>
                </a:solidFill>
              </a:rPr>
              <a:t>프로젝트 아이디어 제시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4F7BF3-5658-4E46-BED7-FF5992662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생각하고 있는 구체적인 프로젝트는 아직 없습니다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로봇</a:t>
            </a:r>
            <a:r>
              <a:rPr lang="en-US" altLang="ko-KR" sz="2000" dirty="0"/>
              <a:t>, LLM</a:t>
            </a:r>
            <a:r>
              <a:rPr lang="ko-KR" altLang="en-US" sz="2000" dirty="0"/>
              <a:t> 어느 </a:t>
            </a:r>
            <a:r>
              <a:rPr lang="ko-KR" altLang="en-US" sz="2000" err="1"/>
              <a:t>분야든</a:t>
            </a:r>
            <a:r>
              <a:rPr lang="ko-KR" altLang="en-US" sz="2000"/>
              <a:t> 시간을 </a:t>
            </a:r>
            <a:r>
              <a:rPr lang="ko-KR" altLang="en-US" sz="2000" dirty="0"/>
              <a:t>쏟아 </a:t>
            </a:r>
            <a:r>
              <a:rPr lang="ko-KR" altLang="en-US" sz="2000" dirty="0" err="1"/>
              <a:t>부으며</a:t>
            </a:r>
            <a:r>
              <a:rPr lang="ko-KR" altLang="en-US" sz="2000" dirty="0"/>
              <a:t> 배우고 싶습니다</a:t>
            </a:r>
            <a:r>
              <a:rPr lang="en-US" altLang="ko-KR" sz="2000" dirty="0"/>
              <a:t>!!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939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</Words>
  <Application>Microsoft Office PowerPoint</Application>
  <PresentationFormat>와이드스크린</PresentationFormat>
  <Paragraphs>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자신이 가지고 있는 경험</vt:lpstr>
      <vt:lpstr>자신만의 강점</vt:lpstr>
      <vt:lpstr>프로젝트 아이디어 제시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영준 장</dc:creator>
  <cp:lastModifiedBy>영준 장</cp:lastModifiedBy>
  <cp:revision>1</cp:revision>
  <dcterms:created xsi:type="dcterms:W3CDTF">2026-01-07T14:22:52Z</dcterms:created>
  <dcterms:modified xsi:type="dcterms:W3CDTF">2026-01-07T14:30:55Z</dcterms:modified>
</cp:coreProperties>
</file>