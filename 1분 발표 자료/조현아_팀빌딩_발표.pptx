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</p:sldIdLst>
  <p:sldSz cx="24384000" cy="13716000"/>
  <p:notesSz cx="6858000" cy="9144000"/>
  <p:embeddedFontLst>
    <p:embeddedFont>
      <p:font typeface="Montserrat Bold"/>
      <p:bold r:id="rId9"/>
    </p:embeddedFont>
    <p:embeddedFont>
      <p:font typeface="Pretendard Regular"/>
      <p:regular r:id="rId10"/>
    </p:embeddedFont>
    <p:embeddedFont>
      <p:font typeface="Pretendard Black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2.fntdata" Type="http://schemas.openxmlformats.org/officeDocument/2006/relationships/font"/><Relationship Id="rId11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1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678900" y="0"/>
            <a:ext cx="4051300" cy="14808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42900" y="0"/>
            <a:ext cx="20180300" cy="2806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5801" b="false" i="false" u="none" strike="noStrike">
                <a:solidFill>
                  <a:srgbClr val="5B6EEA"/>
                </a:solidFill>
                <a:ea typeface="Montserrat Bold"/>
              </a:rPr>
              <a:t>본인의</a:t>
            </a:r>
            <a:r>
              <a:rPr lang="en-US" sz="15801" b="false" i="false" u="none" strike="noStrike">
                <a:solidFill>
                  <a:srgbClr val="5B6EEA"/>
                </a:solidFill>
                <a:latin typeface="Montserrat Bold"/>
              </a:rPr>
              <a:t> </a:t>
            </a:r>
            <a:r>
              <a:rPr lang="ko-KR" sz="15801" b="false" i="false" u="none" strike="noStrike">
                <a:solidFill>
                  <a:srgbClr val="5B6EEA"/>
                </a:solidFill>
                <a:ea typeface="Montserrat Bold"/>
              </a:rPr>
              <a:t>경험</a:t>
            </a:r>
            <a:r>
              <a:rPr lang="en-US" sz="15801" b="false" i="false" u="none" strike="noStrike">
                <a:solidFill>
                  <a:srgbClr val="5B6EEA"/>
                </a:solidFill>
                <a:latin typeface="Montserrat Bold"/>
              </a:rPr>
              <a:t>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8200" y="2984500"/>
            <a:ext cx="20142200" cy="8674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1.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고등학교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정보사고력대회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장려상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
2.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고등학교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SW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캠프에서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마이크로비트와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LED,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모터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초음파센서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모션센서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등을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이용하여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속도조절선풍기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밝기조절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전등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주차장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차단기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등을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만들어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라디오주파수를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이용해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RC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카와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게임핸들을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작동할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프로그래밍하여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레이싱을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해봄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. 
3.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고등학교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실습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특강에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참여하여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빅데이터와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알고리즘을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활용한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학문간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융합에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대해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배우고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특히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크롤링을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파이썬으로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실습함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.
4.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고등학교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컴퓨팅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사고력을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높이기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온라인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코딩파티에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참가해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창의적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문제를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해결함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
5.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고등학교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인공지능캠프에서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마이크로비트와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센서를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활용한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자율주행자동차의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원리를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배우고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실습함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또한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인공지능을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활용해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색상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얼굴인식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등을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실습함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.
6.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고등학교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3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학년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피지컬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컴퓨팅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대회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은상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수상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
7.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대학교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여름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방학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(2024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8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5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~8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16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) 2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주간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, 1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4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시간씩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총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56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시간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학교에서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진행한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“Unity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기본부터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AR, VR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활용까지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”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수강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유니티를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이용해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AR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우주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과학관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스탬프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투어를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산출물로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제작함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.
8.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교내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코딩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경시대회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3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74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  <a:t>수상</a:t>
            </a:r>
            <a:br>
              <a:rPr lang="ko-KR" sz="3749" b="false" i="false" u="none" strike="noStrike">
                <a:solidFill>
                  <a:srgbClr val="000000"/>
                </a:solidFill>
                <a:ea typeface="Pretendard Regular"/>
              </a:rPr>
            </a:br>
          </a:p>
        </p:txBody>
      </p:sp>
      <p:sp>
        <p:nvSpPr>
          <p:cNvPr name="TextBox 5" id="5"/>
          <p:cNvSpPr txBox="true"/>
          <p:nvPr/>
        </p:nvSpPr>
        <p:spPr>
          <a:xfrm rot="0">
            <a:off x="17818100" y="215900"/>
            <a:ext cx="55880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6394" b="false" i="false" u="none" strike="noStrike">
                <a:solidFill>
                  <a:srgbClr val="000000"/>
                </a:solidFill>
                <a:latin typeface="Pretendard Black"/>
              </a:rPr>
              <a:t>24011557 </a:t>
            </a:r>
            <a:r>
              <a:rPr lang="ko-KR" sz="6394" b="false" i="false" u="none" strike="noStrike">
                <a:solidFill>
                  <a:srgbClr val="000000"/>
                </a:solidFill>
                <a:ea typeface="Pretendard Black"/>
              </a:rPr>
              <a:t>조현아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678900" y="0"/>
            <a:ext cx="4051300" cy="14808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42900" y="0"/>
            <a:ext cx="20180300" cy="2806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5801" b="false" i="false" u="none" strike="noStrike">
                <a:solidFill>
                  <a:srgbClr val="5B6EEA"/>
                </a:solidFill>
                <a:ea typeface="Montserrat Bold"/>
              </a:rPr>
              <a:t>본인의</a:t>
            </a:r>
            <a:r>
              <a:rPr lang="en-US" sz="15801" b="false" i="false" u="none" strike="noStrike">
                <a:solidFill>
                  <a:srgbClr val="5B6EEA"/>
                </a:solidFill>
                <a:latin typeface="Montserrat Bold"/>
              </a:rPr>
              <a:t> </a:t>
            </a:r>
            <a:r>
              <a:rPr lang="ko-KR" sz="15801" b="false" i="false" u="none" strike="noStrike">
                <a:solidFill>
                  <a:srgbClr val="5B6EEA"/>
                </a:solidFill>
                <a:ea typeface="Montserrat Bold"/>
              </a:rPr>
              <a:t>장점</a:t>
            </a:r>
            <a:r>
              <a:rPr lang="en-US" sz="15801" b="false" i="false" u="none" strike="noStrike">
                <a:solidFill>
                  <a:srgbClr val="5B6EEA"/>
                </a:solidFill>
                <a:latin typeface="Montserrat Bold"/>
              </a:rPr>
              <a:t>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00" y="4318000"/>
            <a:ext cx="19799300" cy="447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주어진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일에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최선을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다합니다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!
</a:t>
            </a:r>
          </a:p>
          <a:p>
            <a:pPr algn="l" lvl="0">
              <a:lnSpc>
                <a:spcPct val="116199"/>
              </a:lnSpc>
            </a:pPr>
            <a:r>
              <a:rPr lang="en" sz="5372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꾸준함과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끈기로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쉽게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포기하지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372" b="false" i="false" u="none" strike="noStrike">
                <a:solidFill>
                  <a:srgbClr val="000000"/>
                </a:solidFill>
                <a:ea typeface="Pretendard Regular"/>
              </a:rPr>
              <a:t>않습니다</a:t>
            </a:r>
            <a:r>
              <a:rPr lang="en-US" sz="5372" b="false" i="false" u="none" strike="noStrike">
                <a:solidFill>
                  <a:srgbClr val="000000"/>
                </a:solidFill>
                <a:latin typeface="Pretendard Regular"/>
              </a:rPr>
              <a:t>!</a:t>
            </a:r>
          </a:p>
          <a:p>
            <a:pPr algn="l" lvl="0">
              <a:lnSpc>
                <a:spcPct val="116199"/>
              </a:lnSpc>
            </a:pPr>
            <a:r>
              <a:rPr lang="en" sz="5372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" sz="3674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22800" y="0"/>
            <a:ext cx="55880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6394" b="false" i="false" u="none" strike="noStrike">
                <a:solidFill>
                  <a:srgbClr val="000000"/>
                </a:solidFill>
                <a:latin typeface="Pretendard Black"/>
              </a:rPr>
              <a:t>24011557 </a:t>
            </a:r>
            <a:r>
              <a:rPr lang="ko-KR" sz="6394" b="false" i="false" u="none" strike="noStrike">
                <a:solidFill>
                  <a:srgbClr val="000000"/>
                </a:solidFill>
                <a:ea typeface="Pretendard Black"/>
              </a:rPr>
              <a:t>조현아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678900" y="0"/>
            <a:ext cx="4051300" cy="14808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42900" y="0"/>
            <a:ext cx="20180300" cy="2806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15801" b="false" i="false" u="none" strike="noStrike">
                <a:solidFill>
                  <a:srgbClr val="5B6EEA"/>
                </a:solidFill>
                <a:ea typeface="Montserrat Bold"/>
              </a:rPr>
              <a:t>아이디어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1500" y="3060700"/>
            <a:ext cx="17437100" cy="1031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5928" b="false" i="false" u="none" strike="noStrike">
                <a:solidFill>
                  <a:srgbClr val="000000"/>
                </a:solidFill>
                <a:ea typeface="Pretendard Regular"/>
              </a:rPr>
              <a:t>식단</a:t>
            </a:r>
            <a:r>
              <a:rPr lang="en-US" sz="59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928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59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928" b="false" i="false" u="none" strike="noStrike">
                <a:solidFill>
                  <a:srgbClr val="000000"/>
                </a:solidFill>
                <a:ea typeface="Pretendard Regular"/>
              </a:rPr>
              <a:t>운동</a:t>
            </a:r>
            <a:r>
              <a:rPr lang="en-US" sz="5928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5928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5928" b="false" i="false" u="none" strike="noStrike">
                <a:solidFill>
                  <a:srgbClr val="000000"/>
                </a:solidFill>
                <a:latin typeface="Pretendard Regular"/>
              </a:rPr>
              <a:t> AI </a:t>
            </a:r>
            <a:r>
              <a:rPr lang="ko-KR" sz="5928" b="false" i="false" u="none" strike="noStrike">
                <a:solidFill>
                  <a:srgbClr val="000000"/>
                </a:solidFill>
                <a:ea typeface="Pretendard Regular"/>
              </a:rPr>
              <a:t>프로그램</a:t>
            </a:r>
            <a:r>
              <a:rPr lang="en" sz="478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" sz="478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-&gt;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개인의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건강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정보에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맞춘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식단과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운동을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추천</a:t>
            </a:r>
          </a:p>
          <a:p>
            <a:pPr algn="l" lvl="0">
              <a:lnSpc>
                <a:spcPct val="116199"/>
              </a:lnSpc>
            </a:pP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-&gt;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개인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맞춤별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건강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관리를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가능하게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함</a:t>
            </a:r>
          </a:p>
          <a:p>
            <a:pPr algn="l" lvl="0">
              <a:lnSpc>
                <a:spcPct val="116199"/>
              </a:lnSpc>
            </a:pPr>
            <a:r>
              <a:rPr lang="en" sz="478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 4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명정도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필요할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듯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787" b="false" i="false" u="none" strike="noStrike">
                <a:solidFill>
                  <a:srgbClr val="000000"/>
                </a:solidFill>
                <a:ea typeface="Pretendard Regular"/>
              </a:rPr>
              <a:t>합니다</a:t>
            </a:r>
            <a:r>
              <a:rPr lang="en-US" sz="4787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" sz="478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" sz="478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" sz="478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" sz="57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" sz="478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" sz="3274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18100" y="215900"/>
            <a:ext cx="55880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6394" b="false" i="false" u="none" strike="noStrike">
                <a:solidFill>
                  <a:srgbClr val="000000"/>
                </a:solidFill>
                <a:latin typeface="Pretendard Black"/>
              </a:rPr>
              <a:t>24011557 </a:t>
            </a:r>
            <a:r>
              <a:rPr lang="ko-KR" sz="6394" b="false" i="false" u="none" strike="noStrike">
                <a:solidFill>
                  <a:srgbClr val="000000"/>
                </a:solidFill>
                <a:ea typeface="Pretendard Black"/>
              </a:rPr>
              <a:t>조현아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